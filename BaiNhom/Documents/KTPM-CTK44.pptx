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5A3065-B7E6-42B2-9056-F8362BAB670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4E6E74D-951C-40BD-9BB8-96CF760FDD57}">
      <dgm:prSet/>
      <dgm:spPr/>
      <dgm:t>
        <a:bodyPr/>
        <a:lstStyle/>
        <a:p>
          <a:r>
            <a:rPr lang="en-US" dirty="0" err="1"/>
            <a:t>Đảm</a:t>
          </a:r>
          <a:r>
            <a:rPr lang="en-US" dirty="0"/>
            <a:t> </a:t>
          </a:r>
          <a:r>
            <a:rPr lang="en-US" dirty="0" err="1"/>
            <a:t>bảo</a:t>
          </a:r>
          <a:r>
            <a:rPr lang="en-US" dirty="0"/>
            <a:t> </a:t>
          </a:r>
          <a:r>
            <a:rPr lang="en-US" dirty="0" err="1"/>
            <a:t>các</a:t>
          </a:r>
          <a:r>
            <a:rPr lang="en-US" dirty="0"/>
            <a:t> </a:t>
          </a:r>
          <a:r>
            <a:rPr lang="en-US" dirty="0" err="1"/>
            <a:t>chức</a:t>
          </a:r>
          <a:r>
            <a:rPr lang="en-US" dirty="0"/>
            <a:t> </a:t>
          </a:r>
          <a:r>
            <a:rPr lang="en-US" dirty="0" err="1"/>
            <a:t>năng</a:t>
          </a:r>
          <a:r>
            <a:rPr lang="en-US" dirty="0"/>
            <a:t> </a:t>
          </a:r>
          <a:r>
            <a:rPr lang="en-US" dirty="0" err="1"/>
            <a:t>chính</a:t>
          </a:r>
          <a:r>
            <a:rPr lang="en-US" dirty="0"/>
            <a:t> </a:t>
          </a:r>
          <a:r>
            <a:rPr lang="en-US" dirty="0" err="1"/>
            <a:t>hoạt</a:t>
          </a:r>
          <a:r>
            <a:rPr lang="en-US" dirty="0"/>
            <a:t> </a:t>
          </a:r>
          <a:r>
            <a:rPr lang="en-US" dirty="0" err="1"/>
            <a:t>động</a:t>
          </a:r>
          <a:r>
            <a:rPr lang="en-US" dirty="0"/>
            <a:t> </a:t>
          </a:r>
          <a:r>
            <a:rPr lang="en-US" dirty="0" err="1"/>
            <a:t>chính</a:t>
          </a:r>
          <a:r>
            <a:rPr lang="en-US" dirty="0"/>
            <a:t> </a:t>
          </a:r>
          <a:r>
            <a:rPr lang="en-US" dirty="0" err="1"/>
            <a:t>xác</a:t>
          </a:r>
          <a:r>
            <a:rPr lang="en-US" dirty="0"/>
            <a:t>:</a:t>
          </a:r>
        </a:p>
      </dgm:t>
    </dgm:pt>
    <dgm:pt modelId="{3CF4BE1D-D7AF-4221-8608-DED5DCCC33D7}" type="parTrans" cxnId="{BBCECB2D-2F20-4E04-9C93-5D7B889F7D8E}">
      <dgm:prSet/>
      <dgm:spPr/>
      <dgm:t>
        <a:bodyPr/>
        <a:lstStyle/>
        <a:p>
          <a:endParaRPr lang="en-US"/>
        </a:p>
      </dgm:t>
    </dgm:pt>
    <dgm:pt modelId="{863CFEAF-2D7D-41FA-A0EA-93371F32B81D}" type="sibTrans" cxnId="{BBCECB2D-2F20-4E04-9C93-5D7B889F7D8E}">
      <dgm:prSet/>
      <dgm:spPr/>
      <dgm:t>
        <a:bodyPr/>
        <a:lstStyle/>
        <a:p>
          <a:endParaRPr lang="en-US"/>
        </a:p>
      </dgm:t>
    </dgm:pt>
    <dgm:pt modelId="{A0BB3C86-2DBE-461B-B875-DAFC5C077ADE}">
      <dgm:prSet/>
      <dgm:spPr/>
      <dgm:t>
        <a:bodyPr/>
        <a:lstStyle/>
        <a:p>
          <a:r>
            <a:rPr lang="en-US" dirty="0" err="1"/>
            <a:t>Đăng</a:t>
          </a:r>
          <a:r>
            <a:rPr lang="en-US" dirty="0"/>
            <a:t> </a:t>
          </a:r>
          <a:r>
            <a:rPr lang="en-US" dirty="0" err="1"/>
            <a:t>nhập</a:t>
          </a:r>
          <a:endParaRPr lang="en-US" dirty="0"/>
        </a:p>
      </dgm:t>
    </dgm:pt>
    <dgm:pt modelId="{96876421-5284-4CA5-B45A-B7E453384CFA}" type="parTrans" cxnId="{5BD899E0-A24C-4DC8-90CA-BC998F58D500}">
      <dgm:prSet/>
      <dgm:spPr/>
      <dgm:t>
        <a:bodyPr/>
        <a:lstStyle/>
        <a:p>
          <a:endParaRPr lang="en-US"/>
        </a:p>
      </dgm:t>
    </dgm:pt>
    <dgm:pt modelId="{E3292F1B-613F-4D9B-8355-B32BC7BDEF49}" type="sibTrans" cxnId="{5BD899E0-A24C-4DC8-90CA-BC998F58D500}">
      <dgm:prSet/>
      <dgm:spPr/>
      <dgm:t>
        <a:bodyPr/>
        <a:lstStyle/>
        <a:p>
          <a:endParaRPr lang="en-US"/>
        </a:p>
      </dgm:t>
    </dgm:pt>
    <dgm:pt modelId="{D87CFA02-9F9B-44B1-AC77-C9F9CBA1DFB8}">
      <dgm:prSet/>
      <dgm:spPr/>
      <dgm:t>
        <a:bodyPr/>
        <a:lstStyle/>
        <a:p>
          <a:r>
            <a:rPr lang="en-US" dirty="0" err="1"/>
            <a:t>Tìm</a:t>
          </a:r>
          <a:r>
            <a:rPr lang="en-US" dirty="0"/>
            <a:t> </a:t>
          </a:r>
          <a:r>
            <a:rPr lang="en-US" dirty="0" err="1"/>
            <a:t>kiếm</a:t>
          </a:r>
          <a:r>
            <a:rPr lang="en-US" dirty="0"/>
            <a:t> </a:t>
          </a:r>
          <a:r>
            <a:rPr lang="en-US" dirty="0" err="1"/>
            <a:t>tuyến</a:t>
          </a:r>
          <a:r>
            <a:rPr lang="en-US" dirty="0"/>
            <a:t> </a:t>
          </a:r>
          <a:r>
            <a:rPr lang="en-US" dirty="0" err="1"/>
            <a:t>xe</a:t>
          </a:r>
          <a:endParaRPr lang="en-US" dirty="0"/>
        </a:p>
      </dgm:t>
    </dgm:pt>
    <dgm:pt modelId="{70F5DAF2-CDF7-46F8-97D4-E8B43D78C7B4}" type="parTrans" cxnId="{7087E77E-5949-430A-B930-A128991F5D09}">
      <dgm:prSet/>
      <dgm:spPr/>
      <dgm:t>
        <a:bodyPr/>
        <a:lstStyle/>
        <a:p>
          <a:endParaRPr lang="en-US"/>
        </a:p>
      </dgm:t>
    </dgm:pt>
    <dgm:pt modelId="{DC18F597-F600-41B5-ABCA-728B7C734E4E}" type="sibTrans" cxnId="{7087E77E-5949-430A-B930-A128991F5D09}">
      <dgm:prSet/>
      <dgm:spPr/>
      <dgm:t>
        <a:bodyPr/>
        <a:lstStyle/>
        <a:p>
          <a:endParaRPr lang="en-US"/>
        </a:p>
      </dgm:t>
    </dgm:pt>
    <dgm:pt modelId="{46B50E23-577A-4931-AF30-65090C92E81E}">
      <dgm:prSet/>
      <dgm:spPr/>
      <dgm:t>
        <a:bodyPr/>
        <a:lstStyle/>
        <a:p>
          <a:r>
            <a:rPr lang="en-US" dirty="0"/>
            <a:t>Xem chi </a:t>
          </a:r>
          <a:r>
            <a:rPr lang="en-US" dirty="0" err="1"/>
            <a:t>tiết</a:t>
          </a:r>
          <a:r>
            <a:rPr lang="en-US" dirty="0"/>
            <a:t> </a:t>
          </a:r>
          <a:r>
            <a:rPr lang="en-US" dirty="0" err="1"/>
            <a:t>chuyến</a:t>
          </a:r>
          <a:r>
            <a:rPr lang="en-US" dirty="0"/>
            <a:t> </a:t>
          </a:r>
          <a:r>
            <a:rPr lang="en-US" dirty="0" err="1"/>
            <a:t>đi</a:t>
          </a:r>
          <a:endParaRPr lang="en-US" dirty="0"/>
        </a:p>
      </dgm:t>
    </dgm:pt>
    <dgm:pt modelId="{90EBF6C2-368C-4F9C-8C92-2E51419BA4E6}" type="parTrans" cxnId="{A350246F-6397-4550-A01F-50793A1B4E30}">
      <dgm:prSet/>
      <dgm:spPr/>
      <dgm:t>
        <a:bodyPr/>
        <a:lstStyle/>
        <a:p>
          <a:endParaRPr lang="en-US"/>
        </a:p>
      </dgm:t>
    </dgm:pt>
    <dgm:pt modelId="{EDD191B0-F254-48EE-9014-A8F94F588E1F}" type="sibTrans" cxnId="{A350246F-6397-4550-A01F-50793A1B4E30}">
      <dgm:prSet/>
      <dgm:spPr/>
      <dgm:t>
        <a:bodyPr/>
        <a:lstStyle/>
        <a:p>
          <a:endParaRPr lang="en-US"/>
        </a:p>
      </dgm:t>
    </dgm:pt>
    <dgm:pt modelId="{D72634CC-2608-44E8-9E48-224298F1AED9}">
      <dgm:prSet/>
      <dgm:spPr/>
      <dgm:t>
        <a:bodyPr/>
        <a:lstStyle/>
        <a:p>
          <a:r>
            <a:rPr lang="en-US" dirty="0" err="1"/>
            <a:t>Đặt</a:t>
          </a:r>
          <a:r>
            <a:rPr lang="en-US" dirty="0"/>
            <a:t> </a:t>
          </a:r>
          <a:r>
            <a:rPr lang="en-US" dirty="0" err="1"/>
            <a:t>vé</a:t>
          </a:r>
          <a:r>
            <a:rPr lang="en-US" dirty="0"/>
            <a:t>, </a:t>
          </a:r>
          <a:r>
            <a:rPr lang="en-US" dirty="0" err="1"/>
            <a:t>huỷ</a:t>
          </a:r>
          <a:r>
            <a:rPr lang="en-US" dirty="0"/>
            <a:t> </a:t>
          </a:r>
          <a:r>
            <a:rPr lang="en-US" dirty="0" err="1"/>
            <a:t>vé</a:t>
          </a:r>
          <a:endParaRPr lang="en-US" dirty="0"/>
        </a:p>
      </dgm:t>
    </dgm:pt>
    <dgm:pt modelId="{951DBBE9-B87B-4482-8FF5-44F7663E203D}" type="parTrans" cxnId="{2D547CC9-9BDE-4D8E-BE19-83F9F1A40568}">
      <dgm:prSet/>
      <dgm:spPr/>
      <dgm:t>
        <a:bodyPr/>
        <a:lstStyle/>
        <a:p>
          <a:endParaRPr lang="en-US"/>
        </a:p>
      </dgm:t>
    </dgm:pt>
    <dgm:pt modelId="{47CFD088-F906-44E4-A94F-E452879C6477}" type="sibTrans" cxnId="{2D547CC9-9BDE-4D8E-BE19-83F9F1A40568}">
      <dgm:prSet/>
      <dgm:spPr/>
      <dgm:t>
        <a:bodyPr/>
        <a:lstStyle/>
        <a:p>
          <a:endParaRPr lang="en-US"/>
        </a:p>
      </dgm:t>
    </dgm:pt>
    <dgm:pt modelId="{5D5DBC6F-8B81-4BB0-BE3B-13B5BEF6E560}">
      <dgm:prSet/>
      <dgm:spPr/>
      <dgm:t>
        <a:bodyPr/>
        <a:lstStyle/>
        <a:p>
          <a:r>
            <a:rPr lang="en-US" dirty="0" err="1"/>
            <a:t>Lịch</a:t>
          </a:r>
          <a:r>
            <a:rPr lang="en-US" dirty="0"/>
            <a:t> </a:t>
          </a:r>
          <a:r>
            <a:rPr lang="en-US" dirty="0" err="1"/>
            <a:t>sử</a:t>
          </a:r>
          <a:r>
            <a:rPr lang="en-US" dirty="0"/>
            <a:t>, </a:t>
          </a:r>
          <a:r>
            <a:rPr lang="en-US" dirty="0" err="1"/>
            <a:t>thanh</a:t>
          </a:r>
          <a:r>
            <a:rPr lang="en-US" dirty="0"/>
            <a:t> </a:t>
          </a:r>
          <a:r>
            <a:rPr lang="en-US" dirty="0" err="1"/>
            <a:t>toán</a:t>
          </a:r>
          <a:endParaRPr lang="en-US" dirty="0"/>
        </a:p>
      </dgm:t>
    </dgm:pt>
    <dgm:pt modelId="{E0FD6479-7D1E-443E-A559-152D8FFCEE3C}" type="parTrans" cxnId="{1DD4CFA9-C11D-46CC-AD16-49B22D017431}">
      <dgm:prSet/>
      <dgm:spPr/>
      <dgm:t>
        <a:bodyPr/>
        <a:lstStyle/>
        <a:p>
          <a:endParaRPr lang="en-US"/>
        </a:p>
      </dgm:t>
    </dgm:pt>
    <dgm:pt modelId="{FDA3253C-AADB-4223-8D3B-F2BFAD3C67E6}" type="sibTrans" cxnId="{1DD4CFA9-C11D-46CC-AD16-49B22D017431}">
      <dgm:prSet/>
      <dgm:spPr/>
      <dgm:t>
        <a:bodyPr/>
        <a:lstStyle/>
        <a:p>
          <a:endParaRPr lang="en-US"/>
        </a:p>
      </dgm:t>
    </dgm:pt>
    <dgm:pt modelId="{DD4C9C53-431D-4723-B97E-FEE17A4C004B}" type="pres">
      <dgm:prSet presAssocID="{EE5A3065-B7E6-42B2-9056-F8362BAB670C}" presName="Name0" presStyleCnt="0">
        <dgm:presLayoutVars>
          <dgm:dir/>
          <dgm:resizeHandles val="exact"/>
        </dgm:presLayoutVars>
      </dgm:prSet>
      <dgm:spPr/>
    </dgm:pt>
    <dgm:pt modelId="{D292961D-18D0-4F46-9F70-695E15B9F70A}" type="pres">
      <dgm:prSet presAssocID="{A4E6E74D-951C-40BD-9BB8-96CF760FDD57}" presName="node" presStyleLbl="node1" presStyleIdx="0" presStyleCnt="6">
        <dgm:presLayoutVars>
          <dgm:bulletEnabled val="1"/>
        </dgm:presLayoutVars>
      </dgm:prSet>
      <dgm:spPr/>
    </dgm:pt>
    <dgm:pt modelId="{ECCE0530-B9B1-4481-B109-ADC4D180DE68}" type="pres">
      <dgm:prSet presAssocID="{863CFEAF-2D7D-41FA-A0EA-93371F32B81D}" presName="sibTrans" presStyleLbl="sibTrans1D1" presStyleIdx="0" presStyleCnt="5"/>
      <dgm:spPr/>
    </dgm:pt>
    <dgm:pt modelId="{53E2F136-239E-47B5-AC13-B580AF448714}" type="pres">
      <dgm:prSet presAssocID="{863CFEAF-2D7D-41FA-A0EA-93371F32B81D}" presName="connectorText" presStyleLbl="sibTrans1D1" presStyleIdx="0" presStyleCnt="5"/>
      <dgm:spPr/>
    </dgm:pt>
    <dgm:pt modelId="{928109CE-3FB0-45D3-B448-7EE5996BA625}" type="pres">
      <dgm:prSet presAssocID="{A0BB3C86-2DBE-461B-B875-DAFC5C077ADE}" presName="node" presStyleLbl="node1" presStyleIdx="1" presStyleCnt="6">
        <dgm:presLayoutVars>
          <dgm:bulletEnabled val="1"/>
        </dgm:presLayoutVars>
      </dgm:prSet>
      <dgm:spPr/>
    </dgm:pt>
    <dgm:pt modelId="{05A78F44-EAD4-454D-ACD2-AFD4AE73F0A5}" type="pres">
      <dgm:prSet presAssocID="{E3292F1B-613F-4D9B-8355-B32BC7BDEF49}" presName="sibTrans" presStyleLbl="sibTrans1D1" presStyleIdx="1" presStyleCnt="5"/>
      <dgm:spPr/>
    </dgm:pt>
    <dgm:pt modelId="{C8BC3D09-D8FA-4501-84D4-49133FFB6373}" type="pres">
      <dgm:prSet presAssocID="{E3292F1B-613F-4D9B-8355-B32BC7BDEF49}" presName="connectorText" presStyleLbl="sibTrans1D1" presStyleIdx="1" presStyleCnt="5"/>
      <dgm:spPr/>
    </dgm:pt>
    <dgm:pt modelId="{EB3E071C-109C-4FF1-A8BA-66E3FE3C2E11}" type="pres">
      <dgm:prSet presAssocID="{D87CFA02-9F9B-44B1-AC77-C9F9CBA1DFB8}" presName="node" presStyleLbl="node1" presStyleIdx="2" presStyleCnt="6">
        <dgm:presLayoutVars>
          <dgm:bulletEnabled val="1"/>
        </dgm:presLayoutVars>
      </dgm:prSet>
      <dgm:spPr/>
    </dgm:pt>
    <dgm:pt modelId="{A058B3C7-2D63-42DC-B06B-4BACBDEB1E1F}" type="pres">
      <dgm:prSet presAssocID="{DC18F597-F600-41B5-ABCA-728B7C734E4E}" presName="sibTrans" presStyleLbl="sibTrans1D1" presStyleIdx="2" presStyleCnt="5"/>
      <dgm:spPr/>
    </dgm:pt>
    <dgm:pt modelId="{78216855-F8A2-4549-BDEF-0CA3C2DAFF55}" type="pres">
      <dgm:prSet presAssocID="{DC18F597-F600-41B5-ABCA-728B7C734E4E}" presName="connectorText" presStyleLbl="sibTrans1D1" presStyleIdx="2" presStyleCnt="5"/>
      <dgm:spPr/>
    </dgm:pt>
    <dgm:pt modelId="{C5553929-E39E-440D-AEC6-E9FD274B233B}" type="pres">
      <dgm:prSet presAssocID="{46B50E23-577A-4931-AF30-65090C92E81E}" presName="node" presStyleLbl="node1" presStyleIdx="3" presStyleCnt="6">
        <dgm:presLayoutVars>
          <dgm:bulletEnabled val="1"/>
        </dgm:presLayoutVars>
      </dgm:prSet>
      <dgm:spPr/>
    </dgm:pt>
    <dgm:pt modelId="{F3CCCF74-79DB-486B-A477-FB61AD984EBC}" type="pres">
      <dgm:prSet presAssocID="{EDD191B0-F254-48EE-9014-A8F94F588E1F}" presName="sibTrans" presStyleLbl="sibTrans1D1" presStyleIdx="3" presStyleCnt="5"/>
      <dgm:spPr/>
    </dgm:pt>
    <dgm:pt modelId="{F8956711-73CE-45DA-9029-A84456618905}" type="pres">
      <dgm:prSet presAssocID="{EDD191B0-F254-48EE-9014-A8F94F588E1F}" presName="connectorText" presStyleLbl="sibTrans1D1" presStyleIdx="3" presStyleCnt="5"/>
      <dgm:spPr/>
    </dgm:pt>
    <dgm:pt modelId="{E72C5CDE-A924-47FF-B6CA-09393DAD6A0C}" type="pres">
      <dgm:prSet presAssocID="{D72634CC-2608-44E8-9E48-224298F1AED9}" presName="node" presStyleLbl="node1" presStyleIdx="4" presStyleCnt="6">
        <dgm:presLayoutVars>
          <dgm:bulletEnabled val="1"/>
        </dgm:presLayoutVars>
      </dgm:prSet>
      <dgm:spPr/>
    </dgm:pt>
    <dgm:pt modelId="{34893904-137F-485B-BFA0-D8A8A87AF382}" type="pres">
      <dgm:prSet presAssocID="{47CFD088-F906-44E4-A94F-E452879C6477}" presName="sibTrans" presStyleLbl="sibTrans1D1" presStyleIdx="4" presStyleCnt="5"/>
      <dgm:spPr/>
    </dgm:pt>
    <dgm:pt modelId="{7FD6E790-2B32-48C1-9B15-936932E419D5}" type="pres">
      <dgm:prSet presAssocID="{47CFD088-F906-44E4-A94F-E452879C6477}" presName="connectorText" presStyleLbl="sibTrans1D1" presStyleIdx="4" presStyleCnt="5"/>
      <dgm:spPr/>
    </dgm:pt>
    <dgm:pt modelId="{E81E678C-3C96-4291-8198-361C0FD690DE}" type="pres">
      <dgm:prSet presAssocID="{5D5DBC6F-8B81-4BB0-BE3B-13B5BEF6E560}" presName="node" presStyleLbl="node1" presStyleIdx="5" presStyleCnt="6">
        <dgm:presLayoutVars>
          <dgm:bulletEnabled val="1"/>
        </dgm:presLayoutVars>
      </dgm:prSet>
      <dgm:spPr/>
    </dgm:pt>
  </dgm:ptLst>
  <dgm:cxnLst>
    <dgm:cxn modelId="{4DE0F405-1D34-4CA2-8507-4300E77BFFF2}" type="presOf" srcId="{47CFD088-F906-44E4-A94F-E452879C6477}" destId="{7FD6E790-2B32-48C1-9B15-936932E419D5}" srcOrd="1" destOrd="0" presId="urn:microsoft.com/office/officeart/2016/7/layout/RepeatingBendingProcessNew"/>
    <dgm:cxn modelId="{FA1E6E07-93DE-4949-835D-9DED62ECEDDE}" type="presOf" srcId="{863CFEAF-2D7D-41FA-A0EA-93371F32B81D}" destId="{ECCE0530-B9B1-4481-B109-ADC4D180DE68}" srcOrd="0" destOrd="0" presId="urn:microsoft.com/office/officeart/2016/7/layout/RepeatingBendingProcessNew"/>
    <dgm:cxn modelId="{E059D00B-110C-4D2B-A1A5-436DDDC6840F}" type="presOf" srcId="{EDD191B0-F254-48EE-9014-A8F94F588E1F}" destId="{F3CCCF74-79DB-486B-A477-FB61AD984EBC}" srcOrd="0" destOrd="0" presId="urn:microsoft.com/office/officeart/2016/7/layout/RepeatingBendingProcessNew"/>
    <dgm:cxn modelId="{D2761C23-5E25-49FB-ACAB-AABD7F2AFC35}" type="presOf" srcId="{EDD191B0-F254-48EE-9014-A8F94F588E1F}" destId="{F8956711-73CE-45DA-9029-A84456618905}" srcOrd="1" destOrd="0" presId="urn:microsoft.com/office/officeart/2016/7/layout/RepeatingBendingProcessNew"/>
    <dgm:cxn modelId="{BBCECB2D-2F20-4E04-9C93-5D7B889F7D8E}" srcId="{EE5A3065-B7E6-42B2-9056-F8362BAB670C}" destId="{A4E6E74D-951C-40BD-9BB8-96CF760FDD57}" srcOrd="0" destOrd="0" parTransId="{3CF4BE1D-D7AF-4221-8608-DED5DCCC33D7}" sibTransId="{863CFEAF-2D7D-41FA-A0EA-93371F32B81D}"/>
    <dgm:cxn modelId="{BF07C94D-FF8D-4DF9-A198-0BC1D80013D1}" type="presOf" srcId="{47CFD088-F906-44E4-A94F-E452879C6477}" destId="{34893904-137F-485B-BFA0-D8A8A87AF382}" srcOrd="0" destOrd="0" presId="urn:microsoft.com/office/officeart/2016/7/layout/RepeatingBendingProcessNew"/>
    <dgm:cxn modelId="{F4417F6E-F7A0-4434-B754-E0627F0BD714}" type="presOf" srcId="{EE5A3065-B7E6-42B2-9056-F8362BAB670C}" destId="{DD4C9C53-431D-4723-B97E-FEE17A4C004B}" srcOrd="0" destOrd="0" presId="urn:microsoft.com/office/officeart/2016/7/layout/RepeatingBendingProcessNew"/>
    <dgm:cxn modelId="{A350246F-6397-4550-A01F-50793A1B4E30}" srcId="{EE5A3065-B7E6-42B2-9056-F8362BAB670C}" destId="{46B50E23-577A-4931-AF30-65090C92E81E}" srcOrd="3" destOrd="0" parTransId="{90EBF6C2-368C-4F9C-8C92-2E51419BA4E6}" sibTransId="{EDD191B0-F254-48EE-9014-A8F94F588E1F}"/>
    <dgm:cxn modelId="{A8FC4972-FDDF-4B5D-9EF8-C51517C0E3DB}" type="presOf" srcId="{5D5DBC6F-8B81-4BB0-BE3B-13B5BEF6E560}" destId="{E81E678C-3C96-4291-8198-361C0FD690DE}" srcOrd="0" destOrd="0" presId="urn:microsoft.com/office/officeart/2016/7/layout/RepeatingBendingProcessNew"/>
    <dgm:cxn modelId="{1B9AF057-ABBF-4A9A-A72C-7EFE9A1BFB4F}" type="presOf" srcId="{DC18F597-F600-41B5-ABCA-728B7C734E4E}" destId="{78216855-F8A2-4549-BDEF-0CA3C2DAFF55}" srcOrd="1" destOrd="0" presId="urn:microsoft.com/office/officeart/2016/7/layout/RepeatingBendingProcessNew"/>
    <dgm:cxn modelId="{7087E77E-5949-430A-B930-A128991F5D09}" srcId="{EE5A3065-B7E6-42B2-9056-F8362BAB670C}" destId="{D87CFA02-9F9B-44B1-AC77-C9F9CBA1DFB8}" srcOrd="2" destOrd="0" parTransId="{70F5DAF2-CDF7-46F8-97D4-E8B43D78C7B4}" sibTransId="{DC18F597-F600-41B5-ABCA-728B7C734E4E}"/>
    <dgm:cxn modelId="{A97E6B92-71B1-4DB9-8A7B-CDEEB410A641}" type="presOf" srcId="{D72634CC-2608-44E8-9E48-224298F1AED9}" destId="{E72C5CDE-A924-47FF-B6CA-09393DAD6A0C}" srcOrd="0" destOrd="0" presId="urn:microsoft.com/office/officeart/2016/7/layout/RepeatingBendingProcessNew"/>
    <dgm:cxn modelId="{1DD4CFA9-C11D-46CC-AD16-49B22D017431}" srcId="{EE5A3065-B7E6-42B2-9056-F8362BAB670C}" destId="{5D5DBC6F-8B81-4BB0-BE3B-13B5BEF6E560}" srcOrd="5" destOrd="0" parTransId="{E0FD6479-7D1E-443E-A559-152D8FFCEE3C}" sibTransId="{FDA3253C-AADB-4223-8D3B-F2BFAD3C67E6}"/>
    <dgm:cxn modelId="{C56199AA-BFE6-438F-9E07-26D57F61DD3B}" type="presOf" srcId="{A0BB3C86-2DBE-461B-B875-DAFC5C077ADE}" destId="{928109CE-3FB0-45D3-B448-7EE5996BA625}" srcOrd="0" destOrd="0" presId="urn:microsoft.com/office/officeart/2016/7/layout/RepeatingBendingProcessNew"/>
    <dgm:cxn modelId="{3D8368BB-4862-4B2B-B8BD-EE3B5DEA59EF}" type="presOf" srcId="{D87CFA02-9F9B-44B1-AC77-C9F9CBA1DFB8}" destId="{EB3E071C-109C-4FF1-A8BA-66E3FE3C2E11}" srcOrd="0" destOrd="0" presId="urn:microsoft.com/office/officeart/2016/7/layout/RepeatingBendingProcessNew"/>
    <dgm:cxn modelId="{5224C8C5-9BB8-49ED-BB94-537F19C06FC1}" type="presOf" srcId="{46B50E23-577A-4931-AF30-65090C92E81E}" destId="{C5553929-E39E-440D-AEC6-E9FD274B233B}" srcOrd="0" destOrd="0" presId="urn:microsoft.com/office/officeart/2016/7/layout/RepeatingBendingProcessNew"/>
    <dgm:cxn modelId="{2D547CC9-9BDE-4D8E-BE19-83F9F1A40568}" srcId="{EE5A3065-B7E6-42B2-9056-F8362BAB670C}" destId="{D72634CC-2608-44E8-9E48-224298F1AED9}" srcOrd="4" destOrd="0" parTransId="{951DBBE9-B87B-4482-8FF5-44F7663E203D}" sibTransId="{47CFD088-F906-44E4-A94F-E452879C6477}"/>
    <dgm:cxn modelId="{630CECD1-A85E-409A-871E-FA37653AF9D3}" type="presOf" srcId="{E3292F1B-613F-4D9B-8355-B32BC7BDEF49}" destId="{C8BC3D09-D8FA-4501-84D4-49133FFB6373}" srcOrd="1" destOrd="0" presId="urn:microsoft.com/office/officeart/2016/7/layout/RepeatingBendingProcessNew"/>
    <dgm:cxn modelId="{27D4A6D5-9C58-4C95-904E-3F2A357BF9DC}" type="presOf" srcId="{863CFEAF-2D7D-41FA-A0EA-93371F32B81D}" destId="{53E2F136-239E-47B5-AC13-B580AF448714}" srcOrd="1" destOrd="0" presId="urn:microsoft.com/office/officeart/2016/7/layout/RepeatingBendingProcessNew"/>
    <dgm:cxn modelId="{5BD899E0-A24C-4DC8-90CA-BC998F58D500}" srcId="{EE5A3065-B7E6-42B2-9056-F8362BAB670C}" destId="{A0BB3C86-2DBE-461B-B875-DAFC5C077ADE}" srcOrd="1" destOrd="0" parTransId="{96876421-5284-4CA5-B45A-B7E453384CFA}" sibTransId="{E3292F1B-613F-4D9B-8355-B32BC7BDEF49}"/>
    <dgm:cxn modelId="{97CD1AE1-C9F5-4994-856D-5536142E7A7B}" type="presOf" srcId="{E3292F1B-613F-4D9B-8355-B32BC7BDEF49}" destId="{05A78F44-EAD4-454D-ACD2-AFD4AE73F0A5}" srcOrd="0" destOrd="0" presId="urn:microsoft.com/office/officeart/2016/7/layout/RepeatingBendingProcessNew"/>
    <dgm:cxn modelId="{650364E1-2610-4D81-B616-36D41828560C}" type="presOf" srcId="{A4E6E74D-951C-40BD-9BB8-96CF760FDD57}" destId="{D292961D-18D0-4F46-9F70-695E15B9F70A}" srcOrd="0" destOrd="0" presId="urn:microsoft.com/office/officeart/2016/7/layout/RepeatingBendingProcessNew"/>
    <dgm:cxn modelId="{2DE090F0-57BB-49B4-936C-4E66E2E4CD9F}" type="presOf" srcId="{DC18F597-F600-41B5-ABCA-728B7C734E4E}" destId="{A058B3C7-2D63-42DC-B06B-4BACBDEB1E1F}" srcOrd="0" destOrd="0" presId="urn:microsoft.com/office/officeart/2016/7/layout/RepeatingBendingProcessNew"/>
    <dgm:cxn modelId="{9F302CE8-C172-4C40-9AAA-A30AC5739471}" type="presParOf" srcId="{DD4C9C53-431D-4723-B97E-FEE17A4C004B}" destId="{D292961D-18D0-4F46-9F70-695E15B9F70A}" srcOrd="0" destOrd="0" presId="urn:microsoft.com/office/officeart/2016/7/layout/RepeatingBendingProcessNew"/>
    <dgm:cxn modelId="{FFBFDE05-C510-4E09-BD38-775625A2B9CA}" type="presParOf" srcId="{DD4C9C53-431D-4723-B97E-FEE17A4C004B}" destId="{ECCE0530-B9B1-4481-B109-ADC4D180DE68}" srcOrd="1" destOrd="0" presId="urn:microsoft.com/office/officeart/2016/7/layout/RepeatingBendingProcessNew"/>
    <dgm:cxn modelId="{C14E019D-F1E3-4959-AA9C-D9FE0E15EB8E}" type="presParOf" srcId="{ECCE0530-B9B1-4481-B109-ADC4D180DE68}" destId="{53E2F136-239E-47B5-AC13-B580AF448714}" srcOrd="0" destOrd="0" presId="urn:microsoft.com/office/officeart/2016/7/layout/RepeatingBendingProcessNew"/>
    <dgm:cxn modelId="{DB5527DE-316B-448C-945F-B9098AA3DC77}" type="presParOf" srcId="{DD4C9C53-431D-4723-B97E-FEE17A4C004B}" destId="{928109CE-3FB0-45D3-B448-7EE5996BA625}" srcOrd="2" destOrd="0" presId="urn:microsoft.com/office/officeart/2016/7/layout/RepeatingBendingProcessNew"/>
    <dgm:cxn modelId="{4FCD7A97-47CE-481B-9335-F7D3E2D88475}" type="presParOf" srcId="{DD4C9C53-431D-4723-B97E-FEE17A4C004B}" destId="{05A78F44-EAD4-454D-ACD2-AFD4AE73F0A5}" srcOrd="3" destOrd="0" presId="urn:microsoft.com/office/officeart/2016/7/layout/RepeatingBendingProcessNew"/>
    <dgm:cxn modelId="{832BB533-9000-416E-975E-A5783D2C5832}" type="presParOf" srcId="{05A78F44-EAD4-454D-ACD2-AFD4AE73F0A5}" destId="{C8BC3D09-D8FA-4501-84D4-49133FFB6373}" srcOrd="0" destOrd="0" presId="urn:microsoft.com/office/officeart/2016/7/layout/RepeatingBendingProcessNew"/>
    <dgm:cxn modelId="{5FE4391F-603D-408D-AFDE-4359EE742C82}" type="presParOf" srcId="{DD4C9C53-431D-4723-B97E-FEE17A4C004B}" destId="{EB3E071C-109C-4FF1-A8BA-66E3FE3C2E11}" srcOrd="4" destOrd="0" presId="urn:microsoft.com/office/officeart/2016/7/layout/RepeatingBendingProcessNew"/>
    <dgm:cxn modelId="{5F7AE039-2691-491A-9811-60BD7642AC27}" type="presParOf" srcId="{DD4C9C53-431D-4723-B97E-FEE17A4C004B}" destId="{A058B3C7-2D63-42DC-B06B-4BACBDEB1E1F}" srcOrd="5" destOrd="0" presId="urn:microsoft.com/office/officeart/2016/7/layout/RepeatingBendingProcessNew"/>
    <dgm:cxn modelId="{83385A2A-440A-42A5-A7AD-DE2610A4AEB9}" type="presParOf" srcId="{A058B3C7-2D63-42DC-B06B-4BACBDEB1E1F}" destId="{78216855-F8A2-4549-BDEF-0CA3C2DAFF55}" srcOrd="0" destOrd="0" presId="urn:microsoft.com/office/officeart/2016/7/layout/RepeatingBendingProcessNew"/>
    <dgm:cxn modelId="{7137D3C2-22F4-4F70-B683-30E0769BEDF4}" type="presParOf" srcId="{DD4C9C53-431D-4723-B97E-FEE17A4C004B}" destId="{C5553929-E39E-440D-AEC6-E9FD274B233B}" srcOrd="6" destOrd="0" presId="urn:microsoft.com/office/officeart/2016/7/layout/RepeatingBendingProcessNew"/>
    <dgm:cxn modelId="{B9FD818D-C081-4603-A6AF-6A5A6408EBD8}" type="presParOf" srcId="{DD4C9C53-431D-4723-B97E-FEE17A4C004B}" destId="{F3CCCF74-79DB-486B-A477-FB61AD984EBC}" srcOrd="7" destOrd="0" presId="urn:microsoft.com/office/officeart/2016/7/layout/RepeatingBendingProcessNew"/>
    <dgm:cxn modelId="{701A2970-96B5-460E-940A-1C32EE2484B5}" type="presParOf" srcId="{F3CCCF74-79DB-486B-A477-FB61AD984EBC}" destId="{F8956711-73CE-45DA-9029-A84456618905}" srcOrd="0" destOrd="0" presId="urn:microsoft.com/office/officeart/2016/7/layout/RepeatingBendingProcessNew"/>
    <dgm:cxn modelId="{20814A58-582E-4C09-B70B-93623509E5F3}" type="presParOf" srcId="{DD4C9C53-431D-4723-B97E-FEE17A4C004B}" destId="{E72C5CDE-A924-47FF-B6CA-09393DAD6A0C}" srcOrd="8" destOrd="0" presId="urn:microsoft.com/office/officeart/2016/7/layout/RepeatingBendingProcessNew"/>
    <dgm:cxn modelId="{A87F9C3C-D1B9-4B94-B873-5287AE931B60}" type="presParOf" srcId="{DD4C9C53-431D-4723-B97E-FEE17A4C004B}" destId="{34893904-137F-485B-BFA0-D8A8A87AF382}" srcOrd="9" destOrd="0" presId="urn:microsoft.com/office/officeart/2016/7/layout/RepeatingBendingProcessNew"/>
    <dgm:cxn modelId="{93099492-CDCF-4DC3-9188-B68F15FAD707}" type="presParOf" srcId="{34893904-137F-485B-BFA0-D8A8A87AF382}" destId="{7FD6E790-2B32-48C1-9B15-936932E419D5}" srcOrd="0" destOrd="0" presId="urn:microsoft.com/office/officeart/2016/7/layout/RepeatingBendingProcessNew"/>
    <dgm:cxn modelId="{623F56D7-F03F-4092-922C-3B11D0DF7045}" type="presParOf" srcId="{DD4C9C53-431D-4723-B97E-FEE17A4C004B}" destId="{E81E678C-3C96-4291-8198-361C0FD690D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BCE2D2-50C6-48E9-857E-A1C7D90D8B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2F61F2-AD69-4E51-B152-AB86F3722254}">
      <dgm:prSet/>
      <dgm:spPr/>
      <dgm:t>
        <a:bodyPr/>
        <a:lstStyle/>
        <a:p>
          <a:r>
            <a:rPr lang="en-US"/>
            <a:t>✅ Mô tả: Đăng nhập</a:t>
          </a:r>
        </a:p>
      </dgm:t>
    </dgm:pt>
    <dgm:pt modelId="{104895A4-F499-4EA9-8E40-3354BED9AEAA}" type="parTrans" cxnId="{F249E9C3-BDF3-448F-8E99-31D86F501C1F}">
      <dgm:prSet/>
      <dgm:spPr/>
      <dgm:t>
        <a:bodyPr/>
        <a:lstStyle/>
        <a:p>
          <a:endParaRPr lang="en-US"/>
        </a:p>
      </dgm:t>
    </dgm:pt>
    <dgm:pt modelId="{823E8A4F-13E1-4B8E-83A3-4C66ACE3D66C}" type="sibTrans" cxnId="{F249E9C3-BDF3-448F-8E99-31D86F501C1F}">
      <dgm:prSet/>
      <dgm:spPr/>
      <dgm:t>
        <a:bodyPr/>
        <a:lstStyle/>
        <a:p>
          <a:endParaRPr lang="en-US"/>
        </a:p>
      </dgm:t>
    </dgm:pt>
    <dgm:pt modelId="{1D29BDA2-E47F-4BE9-AF76-BB080AA1219B}">
      <dgm:prSet/>
      <dgm:spPr/>
      <dgm:t>
        <a:bodyPr/>
        <a:lstStyle/>
        <a:p>
          <a:r>
            <a:rPr lang="en-US"/>
            <a:t>👨‍💻 Người kiểm thử: Hoàng Nghĩa Minh Bảo + Nguyễn Minh Long</a:t>
          </a:r>
        </a:p>
      </dgm:t>
    </dgm:pt>
    <dgm:pt modelId="{DCEB1DB9-7322-4AB4-966A-8D6F76AD582A}" type="parTrans" cxnId="{68CDFFDB-9B8A-4207-A9C4-0E08ED2FB996}">
      <dgm:prSet/>
      <dgm:spPr/>
      <dgm:t>
        <a:bodyPr/>
        <a:lstStyle/>
        <a:p>
          <a:endParaRPr lang="en-US"/>
        </a:p>
      </dgm:t>
    </dgm:pt>
    <dgm:pt modelId="{DEAD92AC-1010-4D00-BACB-1674217FF875}" type="sibTrans" cxnId="{68CDFFDB-9B8A-4207-A9C4-0E08ED2FB996}">
      <dgm:prSet/>
      <dgm:spPr/>
      <dgm:t>
        <a:bodyPr/>
        <a:lstStyle/>
        <a:p>
          <a:endParaRPr lang="en-US"/>
        </a:p>
      </dgm:t>
    </dgm:pt>
    <dgm:pt modelId="{82CA1CD1-243D-4EBF-BE17-42304199841C}">
      <dgm:prSet/>
      <dgm:spPr/>
      <dgm:t>
        <a:bodyPr/>
        <a:lstStyle/>
        <a:p>
          <a:r>
            <a:rPr lang="en-US"/>
            <a:t>📅 Ngày kiểm thử: 29/03/2023</a:t>
          </a:r>
        </a:p>
      </dgm:t>
    </dgm:pt>
    <dgm:pt modelId="{F40FE5F8-046A-4C5F-946A-8C9C9A79C9E3}" type="parTrans" cxnId="{4F604F8A-6FDE-4CD1-AD7B-C4052FAFE84A}">
      <dgm:prSet/>
      <dgm:spPr/>
      <dgm:t>
        <a:bodyPr/>
        <a:lstStyle/>
        <a:p>
          <a:endParaRPr lang="en-US"/>
        </a:p>
      </dgm:t>
    </dgm:pt>
    <dgm:pt modelId="{4F2DB3E6-DBC8-407F-9FEB-F948CF6DB280}" type="sibTrans" cxnId="{4F604F8A-6FDE-4CD1-AD7B-C4052FAFE84A}">
      <dgm:prSet/>
      <dgm:spPr/>
      <dgm:t>
        <a:bodyPr/>
        <a:lstStyle/>
        <a:p>
          <a:endParaRPr lang="en-US"/>
        </a:p>
      </dgm:t>
    </dgm:pt>
    <dgm:pt modelId="{6AAC342C-ACDA-42AD-97D5-1B22B1DAA6D2}">
      <dgm:prSet/>
      <dgm:spPr/>
      <dgm:t>
        <a:bodyPr/>
        <a:lstStyle/>
        <a:p>
          <a:r>
            <a:rPr lang="en-US"/>
            <a:t>🔍 Dữ liệu kiểm thử: Email: user@gmail.com, Password: 123456</a:t>
          </a:r>
        </a:p>
      </dgm:t>
    </dgm:pt>
    <dgm:pt modelId="{8A4639A4-19F3-40A2-A013-C8483956BE84}" type="parTrans" cxnId="{1E4703A6-9348-4BDE-9BC8-CC0269FBCFE0}">
      <dgm:prSet/>
      <dgm:spPr/>
      <dgm:t>
        <a:bodyPr/>
        <a:lstStyle/>
        <a:p>
          <a:endParaRPr lang="en-US"/>
        </a:p>
      </dgm:t>
    </dgm:pt>
    <dgm:pt modelId="{4DE67C96-2D12-4D19-81FE-3EB59B51F085}" type="sibTrans" cxnId="{1E4703A6-9348-4BDE-9BC8-CC0269FBCFE0}">
      <dgm:prSet/>
      <dgm:spPr/>
      <dgm:t>
        <a:bodyPr/>
        <a:lstStyle/>
        <a:p>
          <a:endParaRPr lang="en-US"/>
        </a:p>
      </dgm:t>
    </dgm:pt>
    <dgm:pt modelId="{07BEE35B-E7AB-4CD9-BF04-9822E1E24E8A}">
      <dgm:prSet/>
      <dgm:spPr/>
      <dgm:t>
        <a:bodyPr/>
        <a:lstStyle/>
        <a:p>
          <a:r>
            <a:rPr lang="en-US"/>
            <a:t>📋 Các bước thực hiện:</a:t>
          </a:r>
        </a:p>
      </dgm:t>
    </dgm:pt>
    <dgm:pt modelId="{40760178-9D40-4F4A-AD5A-81E7DA3E014A}" type="parTrans" cxnId="{71B3B280-5EA2-4DA4-BEFB-91D0E3326065}">
      <dgm:prSet/>
      <dgm:spPr/>
      <dgm:t>
        <a:bodyPr/>
        <a:lstStyle/>
        <a:p>
          <a:endParaRPr lang="en-US"/>
        </a:p>
      </dgm:t>
    </dgm:pt>
    <dgm:pt modelId="{4190CCB5-8D38-49F0-90FA-ED31AAA727D4}" type="sibTrans" cxnId="{71B3B280-5EA2-4DA4-BEFB-91D0E3326065}">
      <dgm:prSet/>
      <dgm:spPr/>
      <dgm:t>
        <a:bodyPr/>
        <a:lstStyle/>
        <a:p>
          <a:endParaRPr lang="en-US"/>
        </a:p>
      </dgm:t>
    </dgm:pt>
    <dgm:pt modelId="{DFE66907-77DA-4847-A876-63E5643A016E}">
      <dgm:prSet/>
      <dgm:spPr/>
      <dgm:t>
        <a:bodyPr/>
        <a:lstStyle/>
        <a:p>
          <a:r>
            <a:rPr lang="en-US"/>
            <a:t>1. Truy cập trang đăng nhập</a:t>
          </a:r>
        </a:p>
      </dgm:t>
    </dgm:pt>
    <dgm:pt modelId="{6259B9CF-2B7D-432C-8496-1931E11C8F17}" type="parTrans" cxnId="{F21AA34E-0D30-46F0-9B9C-2EC8A73B9D54}">
      <dgm:prSet/>
      <dgm:spPr/>
      <dgm:t>
        <a:bodyPr/>
        <a:lstStyle/>
        <a:p>
          <a:endParaRPr lang="en-US"/>
        </a:p>
      </dgm:t>
    </dgm:pt>
    <dgm:pt modelId="{1B9EBF14-B028-414B-AF4B-D87E90D34955}" type="sibTrans" cxnId="{F21AA34E-0D30-46F0-9B9C-2EC8A73B9D54}">
      <dgm:prSet/>
      <dgm:spPr/>
      <dgm:t>
        <a:bodyPr/>
        <a:lstStyle/>
        <a:p>
          <a:endParaRPr lang="en-US"/>
        </a:p>
      </dgm:t>
    </dgm:pt>
    <dgm:pt modelId="{93252BC6-41FE-48A6-A641-3B435891492F}">
      <dgm:prSet/>
      <dgm:spPr/>
      <dgm:t>
        <a:bodyPr/>
        <a:lstStyle/>
        <a:p>
          <a:r>
            <a:rPr lang="en-US"/>
            <a:t>2. Nhập email + mật khẩu hợp lệ</a:t>
          </a:r>
        </a:p>
      </dgm:t>
    </dgm:pt>
    <dgm:pt modelId="{DE193E16-A574-4FD0-A560-92F9F0E90A71}" type="parTrans" cxnId="{B2A8F9E2-AFE4-4120-9435-206BAEF6B523}">
      <dgm:prSet/>
      <dgm:spPr/>
      <dgm:t>
        <a:bodyPr/>
        <a:lstStyle/>
        <a:p>
          <a:endParaRPr lang="en-US"/>
        </a:p>
      </dgm:t>
    </dgm:pt>
    <dgm:pt modelId="{2E1DC429-9D3D-4E07-9DF9-018C29AEDA1F}" type="sibTrans" cxnId="{B2A8F9E2-AFE4-4120-9435-206BAEF6B523}">
      <dgm:prSet/>
      <dgm:spPr/>
      <dgm:t>
        <a:bodyPr/>
        <a:lstStyle/>
        <a:p>
          <a:endParaRPr lang="en-US"/>
        </a:p>
      </dgm:t>
    </dgm:pt>
    <dgm:pt modelId="{10F708A4-645F-40FB-826E-7CAFDAD6E020}">
      <dgm:prSet/>
      <dgm:spPr/>
      <dgm:t>
        <a:bodyPr/>
        <a:lstStyle/>
        <a:p>
          <a:r>
            <a:rPr lang="en-US"/>
            <a:t>3. Nhấn “Đăng nhập”</a:t>
          </a:r>
        </a:p>
      </dgm:t>
    </dgm:pt>
    <dgm:pt modelId="{C57D335E-D6C7-4C5F-BA46-B50C9623B8CA}" type="parTrans" cxnId="{6E53E218-4FF2-4297-B588-D42EC3B83D59}">
      <dgm:prSet/>
      <dgm:spPr/>
      <dgm:t>
        <a:bodyPr/>
        <a:lstStyle/>
        <a:p>
          <a:endParaRPr lang="en-US"/>
        </a:p>
      </dgm:t>
    </dgm:pt>
    <dgm:pt modelId="{CFC5A4FD-9E61-4152-AD8F-BD0506EFDCEE}" type="sibTrans" cxnId="{6E53E218-4FF2-4297-B588-D42EC3B83D59}">
      <dgm:prSet/>
      <dgm:spPr/>
      <dgm:t>
        <a:bodyPr/>
        <a:lstStyle/>
        <a:p>
          <a:endParaRPr lang="en-US"/>
        </a:p>
      </dgm:t>
    </dgm:pt>
    <dgm:pt modelId="{6C05C5F1-8B54-475D-91EF-E80BD383DCD6}">
      <dgm:prSet/>
      <dgm:spPr/>
      <dgm:t>
        <a:bodyPr/>
        <a:lstStyle/>
        <a:p>
          <a:r>
            <a:rPr lang="en-US"/>
            <a:t>✅ Kết quả mong đợi: Các bước thực hiện thành công</a:t>
          </a:r>
        </a:p>
      </dgm:t>
    </dgm:pt>
    <dgm:pt modelId="{99D4F4E5-6535-4822-A9F6-76C0AB4F71FD}" type="parTrans" cxnId="{B8E71FDD-2AEA-435C-839F-0DBAA75145A2}">
      <dgm:prSet/>
      <dgm:spPr/>
      <dgm:t>
        <a:bodyPr/>
        <a:lstStyle/>
        <a:p>
          <a:endParaRPr lang="en-US"/>
        </a:p>
      </dgm:t>
    </dgm:pt>
    <dgm:pt modelId="{097540A4-D7D8-4A9D-BDC7-DC0BACD3BF3A}" type="sibTrans" cxnId="{B8E71FDD-2AEA-435C-839F-0DBAA75145A2}">
      <dgm:prSet/>
      <dgm:spPr/>
      <dgm:t>
        <a:bodyPr/>
        <a:lstStyle/>
        <a:p>
          <a:endParaRPr lang="en-US"/>
        </a:p>
      </dgm:t>
    </dgm:pt>
    <dgm:pt modelId="{8E3695E2-F1CE-457A-95A4-763E56E13DC6}">
      <dgm:prSet/>
      <dgm:spPr/>
      <dgm:t>
        <a:bodyPr/>
        <a:lstStyle/>
        <a:p>
          <a:r>
            <a:rPr lang="en-US"/>
            <a:t>🟢 Kết quả thực tế: Pass</a:t>
          </a:r>
        </a:p>
      </dgm:t>
    </dgm:pt>
    <dgm:pt modelId="{B524042C-1B80-458F-A0E7-D6F1659C4B2A}" type="parTrans" cxnId="{788E5FDE-CAF7-4EB9-9AC3-F8078EB6FB4B}">
      <dgm:prSet/>
      <dgm:spPr/>
      <dgm:t>
        <a:bodyPr/>
        <a:lstStyle/>
        <a:p>
          <a:endParaRPr lang="en-US"/>
        </a:p>
      </dgm:t>
    </dgm:pt>
    <dgm:pt modelId="{C6B22B71-EC61-4EEA-BDF5-DD9C7AF3AA38}" type="sibTrans" cxnId="{788E5FDE-CAF7-4EB9-9AC3-F8078EB6FB4B}">
      <dgm:prSet/>
      <dgm:spPr/>
      <dgm:t>
        <a:bodyPr/>
        <a:lstStyle/>
        <a:p>
          <a:endParaRPr lang="en-US"/>
        </a:p>
      </dgm:t>
    </dgm:pt>
    <dgm:pt modelId="{ADD09063-F52A-43FF-A435-BFFBBC198197}" type="pres">
      <dgm:prSet presAssocID="{29BCE2D2-50C6-48E9-857E-A1C7D90D8BA4}" presName="linear" presStyleCnt="0">
        <dgm:presLayoutVars>
          <dgm:animLvl val="lvl"/>
          <dgm:resizeHandles val="exact"/>
        </dgm:presLayoutVars>
      </dgm:prSet>
      <dgm:spPr/>
    </dgm:pt>
    <dgm:pt modelId="{6FCB7511-46B0-430F-A9C6-ED093BEB987A}" type="pres">
      <dgm:prSet presAssocID="{382F61F2-AD69-4E51-B152-AB86F3722254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48665C5A-7997-4DC3-B4E5-B58F15DBBCA0}" type="pres">
      <dgm:prSet presAssocID="{823E8A4F-13E1-4B8E-83A3-4C66ACE3D66C}" presName="spacer" presStyleCnt="0"/>
      <dgm:spPr/>
    </dgm:pt>
    <dgm:pt modelId="{88A45EDA-A268-4189-A625-1C22E0E965A1}" type="pres">
      <dgm:prSet presAssocID="{1D29BDA2-E47F-4BE9-AF76-BB080AA1219B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05776C3A-CC7C-4624-A875-3DC4B87452E6}" type="pres">
      <dgm:prSet presAssocID="{DEAD92AC-1010-4D00-BACB-1674217FF875}" presName="spacer" presStyleCnt="0"/>
      <dgm:spPr/>
    </dgm:pt>
    <dgm:pt modelId="{0FEFCE0C-D26B-4222-AC7C-9C37AD1DE2DF}" type="pres">
      <dgm:prSet presAssocID="{82CA1CD1-243D-4EBF-BE17-42304199841C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035B66A8-B602-4FDB-9770-A93908C6EBCC}" type="pres">
      <dgm:prSet presAssocID="{4F2DB3E6-DBC8-407F-9FEB-F948CF6DB280}" presName="spacer" presStyleCnt="0"/>
      <dgm:spPr/>
    </dgm:pt>
    <dgm:pt modelId="{F3BA705B-774C-4C52-BB7D-6E8E094812D6}" type="pres">
      <dgm:prSet presAssocID="{6AAC342C-ACDA-42AD-97D5-1B22B1DAA6D2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68C39CFA-8D7E-4C4F-91F8-B3E2C7558729}" type="pres">
      <dgm:prSet presAssocID="{4DE67C96-2D12-4D19-81FE-3EB59B51F085}" presName="spacer" presStyleCnt="0"/>
      <dgm:spPr/>
    </dgm:pt>
    <dgm:pt modelId="{AC867A65-C880-4FEF-94CF-D1A103B5B106}" type="pres">
      <dgm:prSet presAssocID="{07BEE35B-E7AB-4CD9-BF04-9822E1E24E8A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DC005DA8-EE31-4CF9-815F-8BB70BF992AC}" type="pres">
      <dgm:prSet presAssocID="{4190CCB5-8D38-49F0-90FA-ED31AAA727D4}" presName="spacer" presStyleCnt="0"/>
      <dgm:spPr/>
    </dgm:pt>
    <dgm:pt modelId="{55F0FBAC-2994-4B5C-94A0-024EF7E45688}" type="pres">
      <dgm:prSet presAssocID="{DFE66907-77DA-4847-A876-63E5643A016E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235AC2B1-98F8-4477-A6EC-FE74F4893218}" type="pres">
      <dgm:prSet presAssocID="{1B9EBF14-B028-414B-AF4B-D87E90D34955}" presName="spacer" presStyleCnt="0"/>
      <dgm:spPr/>
    </dgm:pt>
    <dgm:pt modelId="{4AA2F2C4-CAEE-46BB-B253-8F649A8A23AF}" type="pres">
      <dgm:prSet presAssocID="{93252BC6-41FE-48A6-A641-3B435891492F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DF98BBDC-F785-4993-AA90-AD6709633729}" type="pres">
      <dgm:prSet presAssocID="{2E1DC429-9D3D-4E07-9DF9-018C29AEDA1F}" presName="spacer" presStyleCnt="0"/>
      <dgm:spPr/>
    </dgm:pt>
    <dgm:pt modelId="{C361A15B-375B-4414-8E99-5F52F0A230D7}" type="pres">
      <dgm:prSet presAssocID="{10F708A4-645F-40FB-826E-7CAFDAD6E020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AB9D71AA-B7BD-4C7A-B86C-65089909F119}" type="pres">
      <dgm:prSet presAssocID="{CFC5A4FD-9E61-4152-AD8F-BD0506EFDCEE}" presName="spacer" presStyleCnt="0"/>
      <dgm:spPr/>
    </dgm:pt>
    <dgm:pt modelId="{E557AA6A-C320-4B20-95D6-90DFB0A94170}" type="pres">
      <dgm:prSet presAssocID="{6C05C5F1-8B54-475D-91EF-E80BD383DCD6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6278E20D-8CF2-412A-A279-FCCF17B826D2}" type="pres">
      <dgm:prSet presAssocID="{097540A4-D7D8-4A9D-BDC7-DC0BACD3BF3A}" presName="spacer" presStyleCnt="0"/>
      <dgm:spPr/>
    </dgm:pt>
    <dgm:pt modelId="{FDCA4EE4-9DE1-4D3B-952F-3EF800AAF798}" type="pres">
      <dgm:prSet presAssocID="{8E3695E2-F1CE-457A-95A4-763E56E13DC6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6E53E218-4FF2-4297-B588-D42EC3B83D59}" srcId="{29BCE2D2-50C6-48E9-857E-A1C7D90D8BA4}" destId="{10F708A4-645F-40FB-826E-7CAFDAD6E020}" srcOrd="7" destOrd="0" parTransId="{C57D335E-D6C7-4C5F-BA46-B50C9623B8CA}" sibTransId="{CFC5A4FD-9E61-4152-AD8F-BD0506EFDCEE}"/>
    <dgm:cxn modelId="{A3791D2F-57E2-42E8-A33E-4A6B3881D5BB}" type="presOf" srcId="{10F708A4-645F-40FB-826E-7CAFDAD6E020}" destId="{C361A15B-375B-4414-8E99-5F52F0A230D7}" srcOrd="0" destOrd="0" presId="urn:microsoft.com/office/officeart/2005/8/layout/vList2"/>
    <dgm:cxn modelId="{91FC0F4B-3ACE-4C6B-9458-72F74A5D933E}" type="presOf" srcId="{382F61F2-AD69-4E51-B152-AB86F3722254}" destId="{6FCB7511-46B0-430F-A9C6-ED093BEB987A}" srcOrd="0" destOrd="0" presId="urn:microsoft.com/office/officeart/2005/8/layout/vList2"/>
    <dgm:cxn modelId="{B61AD34B-2A41-4C7E-9502-40EC8845AA62}" type="presOf" srcId="{6C05C5F1-8B54-475D-91EF-E80BD383DCD6}" destId="{E557AA6A-C320-4B20-95D6-90DFB0A94170}" srcOrd="0" destOrd="0" presId="urn:microsoft.com/office/officeart/2005/8/layout/vList2"/>
    <dgm:cxn modelId="{F21AA34E-0D30-46F0-9B9C-2EC8A73B9D54}" srcId="{29BCE2D2-50C6-48E9-857E-A1C7D90D8BA4}" destId="{DFE66907-77DA-4847-A876-63E5643A016E}" srcOrd="5" destOrd="0" parTransId="{6259B9CF-2B7D-432C-8496-1931E11C8F17}" sibTransId="{1B9EBF14-B028-414B-AF4B-D87E90D34955}"/>
    <dgm:cxn modelId="{B0A50472-5E99-45DD-831D-B28395CB51EA}" type="presOf" srcId="{29BCE2D2-50C6-48E9-857E-A1C7D90D8BA4}" destId="{ADD09063-F52A-43FF-A435-BFFBBC198197}" srcOrd="0" destOrd="0" presId="urn:microsoft.com/office/officeart/2005/8/layout/vList2"/>
    <dgm:cxn modelId="{6382D27A-0F49-4189-B8C2-FC5A5A12231C}" type="presOf" srcId="{DFE66907-77DA-4847-A876-63E5643A016E}" destId="{55F0FBAC-2994-4B5C-94A0-024EF7E45688}" srcOrd="0" destOrd="0" presId="urn:microsoft.com/office/officeart/2005/8/layout/vList2"/>
    <dgm:cxn modelId="{BE0E007D-7F10-4507-B70A-A95ED79D9B9F}" type="presOf" srcId="{6AAC342C-ACDA-42AD-97D5-1B22B1DAA6D2}" destId="{F3BA705B-774C-4C52-BB7D-6E8E094812D6}" srcOrd="0" destOrd="0" presId="urn:microsoft.com/office/officeart/2005/8/layout/vList2"/>
    <dgm:cxn modelId="{71B3B280-5EA2-4DA4-BEFB-91D0E3326065}" srcId="{29BCE2D2-50C6-48E9-857E-A1C7D90D8BA4}" destId="{07BEE35B-E7AB-4CD9-BF04-9822E1E24E8A}" srcOrd="4" destOrd="0" parTransId="{40760178-9D40-4F4A-AD5A-81E7DA3E014A}" sibTransId="{4190CCB5-8D38-49F0-90FA-ED31AAA727D4}"/>
    <dgm:cxn modelId="{4F604F8A-6FDE-4CD1-AD7B-C4052FAFE84A}" srcId="{29BCE2D2-50C6-48E9-857E-A1C7D90D8BA4}" destId="{82CA1CD1-243D-4EBF-BE17-42304199841C}" srcOrd="2" destOrd="0" parTransId="{F40FE5F8-046A-4C5F-946A-8C9C9A79C9E3}" sibTransId="{4F2DB3E6-DBC8-407F-9FEB-F948CF6DB280}"/>
    <dgm:cxn modelId="{07B6DB8A-70A9-43C2-939A-59200EBEEB37}" type="presOf" srcId="{82CA1CD1-243D-4EBF-BE17-42304199841C}" destId="{0FEFCE0C-D26B-4222-AC7C-9C37AD1DE2DF}" srcOrd="0" destOrd="0" presId="urn:microsoft.com/office/officeart/2005/8/layout/vList2"/>
    <dgm:cxn modelId="{1E4703A6-9348-4BDE-9BC8-CC0269FBCFE0}" srcId="{29BCE2D2-50C6-48E9-857E-A1C7D90D8BA4}" destId="{6AAC342C-ACDA-42AD-97D5-1B22B1DAA6D2}" srcOrd="3" destOrd="0" parTransId="{8A4639A4-19F3-40A2-A013-C8483956BE84}" sibTransId="{4DE67C96-2D12-4D19-81FE-3EB59B51F085}"/>
    <dgm:cxn modelId="{F249E9C3-BDF3-448F-8E99-31D86F501C1F}" srcId="{29BCE2D2-50C6-48E9-857E-A1C7D90D8BA4}" destId="{382F61F2-AD69-4E51-B152-AB86F3722254}" srcOrd="0" destOrd="0" parTransId="{104895A4-F499-4EA9-8E40-3354BED9AEAA}" sibTransId="{823E8A4F-13E1-4B8E-83A3-4C66ACE3D66C}"/>
    <dgm:cxn modelId="{68CDFFDB-9B8A-4207-A9C4-0E08ED2FB996}" srcId="{29BCE2D2-50C6-48E9-857E-A1C7D90D8BA4}" destId="{1D29BDA2-E47F-4BE9-AF76-BB080AA1219B}" srcOrd="1" destOrd="0" parTransId="{DCEB1DB9-7322-4AB4-966A-8D6F76AD582A}" sibTransId="{DEAD92AC-1010-4D00-BACB-1674217FF875}"/>
    <dgm:cxn modelId="{476C44DC-E3E8-47E8-955A-CDA5CCDFD8D0}" type="presOf" srcId="{8E3695E2-F1CE-457A-95A4-763E56E13DC6}" destId="{FDCA4EE4-9DE1-4D3B-952F-3EF800AAF798}" srcOrd="0" destOrd="0" presId="urn:microsoft.com/office/officeart/2005/8/layout/vList2"/>
    <dgm:cxn modelId="{B8E71FDD-2AEA-435C-839F-0DBAA75145A2}" srcId="{29BCE2D2-50C6-48E9-857E-A1C7D90D8BA4}" destId="{6C05C5F1-8B54-475D-91EF-E80BD383DCD6}" srcOrd="8" destOrd="0" parTransId="{99D4F4E5-6535-4822-A9F6-76C0AB4F71FD}" sibTransId="{097540A4-D7D8-4A9D-BDC7-DC0BACD3BF3A}"/>
    <dgm:cxn modelId="{788E5FDE-CAF7-4EB9-9AC3-F8078EB6FB4B}" srcId="{29BCE2D2-50C6-48E9-857E-A1C7D90D8BA4}" destId="{8E3695E2-F1CE-457A-95A4-763E56E13DC6}" srcOrd="9" destOrd="0" parTransId="{B524042C-1B80-458F-A0E7-D6F1659C4B2A}" sibTransId="{C6B22B71-EC61-4EEA-BDF5-DD9C7AF3AA38}"/>
    <dgm:cxn modelId="{B2A8F9E2-AFE4-4120-9435-206BAEF6B523}" srcId="{29BCE2D2-50C6-48E9-857E-A1C7D90D8BA4}" destId="{93252BC6-41FE-48A6-A641-3B435891492F}" srcOrd="6" destOrd="0" parTransId="{DE193E16-A574-4FD0-A560-92F9F0E90A71}" sibTransId="{2E1DC429-9D3D-4E07-9DF9-018C29AEDA1F}"/>
    <dgm:cxn modelId="{840F12E7-86D1-42DB-8F05-280F582FAE39}" type="presOf" srcId="{07BEE35B-E7AB-4CD9-BF04-9822E1E24E8A}" destId="{AC867A65-C880-4FEF-94CF-D1A103B5B106}" srcOrd="0" destOrd="0" presId="urn:microsoft.com/office/officeart/2005/8/layout/vList2"/>
    <dgm:cxn modelId="{EF1AC5EE-BAD9-4EE7-BB7B-262C6A46C24A}" type="presOf" srcId="{93252BC6-41FE-48A6-A641-3B435891492F}" destId="{4AA2F2C4-CAEE-46BB-B253-8F649A8A23AF}" srcOrd="0" destOrd="0" presId="urn:microsoft.com/office/officeart/2005/8/layout/vList2"/>
    <dgm:cxn modelId="{5506E3FD-8DBA-4999-9809-9D406FC641BE}" type="presOf" srcId="{1D29BDA2-E47F-4BE9-AF76-BB080AA1219B}" destId="{88A45EDA-A268-4189-A625-1C22E0E965A1}" srcOrd="0" destOrd="0" presId="urn:microsoft.com/office/officeart/2005/8/layout/vList2"/>
    <dgm:cxn modelId="{672F2C4B-B18A-4BEC-A795-9898B9370EF1}" type="presParOf" srcId="{ADD09063-F52A-43FF-A435-BFFBBC198197}" destId="{6FCB7511-46B0-430F-A9C6-ED093BEB987A}" srcOrd="0" destOrd="0" presId="urn:microsoft.com/office/officeart/2005/8/layout/vList2"/>
    <dgm:cxn modelId="{3E0C53A2-64DA-438D-BAD3-F5FB30792321}" type="presParOf" srcId="{ADD09063-F52A-43FF-A435-BFFBBC198197}" destId="{48665C5A-7997-4DC3-B4E5-B58F15DBBCA0}" srcOrd="1" destOrd="0" presId="urn:microsoft.com/office/officeart/2005/8/layout/vList2"/>
    <dgm:cxn modelId="{C4896DAA-C143-439F-B0AC-4AD7B5F8FB97}" type="presParOf" srcId="{ADD09063-F52A-43FF-A435-BFFBBC198197}" destId="{88A45EDA-A268-4189-A625-1C22E0E965A1}" srcOrd="2" destOrd="0" presId="urn:microsoft.com/office/officeart/2005/8/layout/vList2"/>
    <dgm:cxn modelId="{CEE1719F-CA33-4765-AE75-DFD789D3FAE6}" type="presParOf" srcId="{ADD09063-F52A-43FF-A435-BFFBBC198197}" destId="{05776C3A-CC7C-4624-A875-3DC4B87452E6}" srcOrd="3" destOrd="0" presId="urn:microsoft.com/office/officeart/2005/8/layout/vList2"/>
    <dgm:cxn modelId="{46668E9D-40E0-41F5-846C-5C0D255ACA2E}" type="presParOf" srcId="{ADD09063-F52A-43FF-A435-BFFBBC198197}" destId="{0FEFCE0C-D26B-4222-AC7C-9C37AD1DE2DF}" srcOrd="4" destOrd="0" presId="urn:microsoft.com/office/officeart/2005/8/layout/vList2"/>
    <dgm:cxn modelId="{D639F8C5-676E-4981-AE66-4B894B0D2EAD}" type="presParOf" srcId="{ADD09063-F52A-43FF-A435-BFFBBC198197}" destId="{035B66A8-B602-4FDB-9770-A93908C6EBCC}" srcOrd="5" destOrd="0" presId="urn:microsoft.com/office/officeart/2005/8/layout/vList2"/>
    <dgm:cxn modelId="{8DA2FBC2-9C25-4415-B8B1-1878FE7DB816}" type="presParOf" srcId="{ADD09063-F52A-43FF-A435-BFFBBC198197}" destId="{F3BA705B-774C-4C52-BB7D-6E8E094812D6}" srcOrd="6" destOrd="0" presId="urn:microsoft.com/office/officeart/2005/8/layout/vList2"/>
    <dgm:cxn modelId="{8FAAB29F-779E-4BFD-98F3-051E9F453CDE}" type="presParOf" srcId="{ADD09063-F52A-43FF-A435-BFFBBC198197}" destId="{68C39CFA-8D7E-4C4F-91F8-B3E2C7558729}" srcOrd="7" destOrd="0" presId="urn:microsoft.com/office/officeart/2005/8/layout/vList2"/>
    <dgm:cxn modelId="{362E93AB-1C55-4367-92CF-4FBE2DE70CAE}" type="presParOf" srcId="{ADD09063-F52A-43FF-A435-BFFBBC198197}" destId="{AC867A65-C880-4FEF-94CF-D1A103B5B106}" srcOrd="8" destOrd="0" presId="urn:microsoft.com/office/officeart/2005/8/layout/vList2"/>
    <dgm:cxn modelId="{22DF80D5-5505-4E54-97E5-E706AA76BA49}" type="presParOf" srcId="{ADD09063-F52A-43FF-A435-BFFBBC198197}" destId="{DC005DA8-EE31-4CF9-815F-8BB70BF992AC}" srcOrd="9" destOrd="0" presId="urn:microsoft.com/office/officeart/2005/8/layout/vList2"/>
    <dgm:cxn modelId="{1E274A3F-D6F1-4A43-B7F5-5B2A5336712D}" type="presParOf" srcId="{ADD09063-F52A-43FF-A435-BFFBBC198197}" destId="{55F0FBAC-2994-4B5C-94A0-024EF7E45688}" srcOrd="10" destOrd="0" presId="urn:microsoft.com/office/officeart/2005/8/layout/vList2"/>
    <dgm:cxn modelId="{6C725C29-BB6A-4768-B5B9-6385FC7BC793}" type="presParOf" srcId="{ADD09063-F52A-43FF-A435-BFFBBC198197}" destId="{235AC2B1-98F8-4477-A6EC-FE74F4893218}" srcOrd="11" destOrd="0" presId="urn:microsoft.com/office/officeart/2005/8/layout/vList2"/>
    <dgm:cxn modelId="{593FEF90-F947-44C4-AC2E-A945E29A69F3}" type="presParOf" srcId="{ADD09063-F52A-43FF-A435-BFFBBC198197}" destId="{4AA2F2C4-CAEE-46BB-B253-8F649A8A23AF}" srcOrd="12" destOrd="0" presId="urn:microsoft.com/office/officeart/2005/8/layout/vList2"/>
    <dgm:cxn modelId="{6686DD99-3866-4552-9460-9677776927CF}" type="presParOf" srcId="{ADD09063-F52A-43FF-A435-BFFBBC198197}" destId="{DF98BBDC-F785-4993-AA90-AD6709633729}" srcOrd="13" destOrd="0" presId="urn:microsoft.com/office/officeart/2005/8/layout/vList2"/>
    <dgm:cxn modelId="{CF335159-3306-4A23-8E30-53AA5C1088A2}" type="presParOf" srcId="{ADD09063-F52A-43FF-A435-BFFBBC198197}" destId="{C361A15B-375B-4414-8E99-5F52F0A230D7}" srcOrd="14" destOrd="0" presId="urn:microsoft.com/office/officeart/2005/8/layout/vList2"/>
    <dgm:cxn modelId="{0A7382C0-F304-4D7A-B953-23265ED02101}" type="presParOf" srcId="{ADD09063-F52A-43FF-A435-BFFBBC198197}" destId="{AB9D71AA-B7BD-4C7A-B86C-65089909F119}" srcOrd="15" destOrd="0" presId="urn:microsoft.com/office/officeart/2005/8/layout/vList2"/>
    <dgm:cxn modelId="{FCE1676A-E441-4723-8D36-94DB8E490CC0}" type="presParOf" srcId="{ADD09063-F52A-43FF-A435-BFFBBC198197}" destId="{E557AA6A-C320-4B20-95D6-90DFB0A94170}" srcOrd="16" destOrd="0" presId="urn:microsoft.com/office/officeart/2005/8/layout/vList2"/>
    <dgm:cxn modelId="{28B8C02A-4160-4827-A46A-F9E971D2EC6C}" type="presParOf" srcId="{ADD09063-F52A-43FF-A435-BFFBBC198197}" destId="{6278E20D-8CF2-412A-A279-FCCF17B826D2}" srcOrd="17" destOrd="0" presId="urn:microsoft.com/office/officeart/2005/8/layout/vList2"/>
    <dgm:cxn modelId="{B47D3B45-C563-42C9-9EE3-506AB5E2DA40}" type="presParOf" srcId="{ADD09063-F52A-43FF-A435-BFFBBC198197}" destId="{FDCA4EE4-9DE1-4D3B-952F-3EF800AAF798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CE0530-B9B1-4481-B109-ADC4D180DE68}">
      <dsp:nvSpPr>
        <dsp:cNvPr id="0" name=""/>
        <dsp:cNvSpPr/>
      </dsp:nvSpPr>
      <dsp:spPr>
        <a:xfrm>
          <a:off x="2080293" y="611307"/>
          <a:ext cx="4480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8057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2356" y="654634"/>
        <a:ext cx="23932" cy="4786"/>
      </dsp:txXfrm>
    </dsp:sp>
    <dsp:sp modelId="{D292961D-18D0-4F46-9F70-695E15B9F70A}">
      <dsp:nvSpPr>
        <dsp:cNvPr id="0" name=""/>
        <dsp:cNvSpPr/>
      </dsp:nvSpPr>
      <dsp:spPr>
        <a:xfrm>
          <a:off x="974" y="32692"/>
          <a:ext cx="2081118" cy="12486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977" tIns="107042" rIns="101977" bIns="1070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Đảm</a:t>
          </a:r>
          <a:r>
            <a:rPr lang="en-US" sz="1700" kern="1200" dirty="0"/>
            <a:t> </a:t>
          </a:r>
          <a:r>
            <a:rPr lang="en-US" sz="1700" kern="1200" dirty="0" err="1"/>
            <a:t>bảo</a:t>
          </a:r>
          <a:r>
            <a:rPr lang="en-US" sz="1700" kern="1200" dirty="0"/>
            <a:t> </a:t>
          </a:r>
          <a:r>
            <a:rPr lang="en-US" sz="1700" kern="1200" dirty="0" err="1"/>
            <a:t>các</a:t>
          </a:r>
          <a:r>
            <a:rPr lang="en-US" sz="1700" kern="1200" dirty="0"/>
            <a:t> </a:t>
          </a:r>
          <a:r>
            <a:rPr lang="en-US" sz="1700" kern="1200" dirty="0" err="1"/>
            <a:t>chức</a:t>
          </a:r>
          <a:r>
            <a:rPr lang="en-US" sz="1700" kern="1200" dirty="0"/>
            <a:t> </a:t>
          </a:r>
          <a:r>
            <a:rPr lang="en-US" sz="1700" kern="1200" dirty="0" err="1"/>
            <a:t>năng</a:t>
          </a:r>
          <a:r>
            <a:rPr lang="en-US" sz="1700" kern="1200" dirty="0"/>
            <a:t> </a:t>
          </a:r>
          <a:r>
            <a:rPr lang="en-US" sz="1700" kern="1200" dirty="0" err="1"/>
            <a:t>chính</a:t>
          </a:r>
          <a:r>
            <a:rPr lang="en-US" sz="1700" kern="1200" dirty="0"/>
            <a:t> </a:t>
          </a:r>
          <a:r>
            <a:rPr lang="en-US" sz="1700" kern="1200" dirty="0" err="1"/>
            <a:t>hoạt</a:t>
          </a:r>
          <a:r>
            <a:rPr lang="en-US" sz="1700" kern="1200" dirty="0"/>
            <a:t> </a:t>
          </a:r>
          <a:r>
            <a:rPr lang="en-US" sz="1700" kern="1200" dirty="0" err="1"/>
            <a:t>động</a:t>
          </a:r>
          <a:r>
            <a:rPr lang="en-US" sz="1700" kern="1200" dirty="0"/>
            <a:t> </a:t>
          </a:r>
          <a:r>
            <a:rPr lang="en-US" sz="1700" kern="1200" dirty="0" err="1"/>
            <a:t>chính</a:t>
          </a:r>
          <a:r>
            <a:rPr lang="en-US" sz="1700" kern="1200" dirty="0"/>
            <a:t> </a:t>
          </a:r>
          <a:r>
            <a:rPr lang="en-US" sz="1700" kern="1200" dirty="0" err="1"/>
            <a:t>xác</a:t>
          </a:r>
          <a:r>
            <a:rPr lang="en-US" sz="1700" kern="1200" dirty="0"/>
            <a:t>:</a:t>
          </a:r>
        </a:p>
      </dsp:txBody>
      <dsp:txXfrm>
        <a:off x="974" y="32692"/>
        <a:ext cx="2081118" cy="1248671"/>
      </dsp:txXfrm>
    </dsp:sp>
    <dsp:sp modelId="{05A78F44-EAD4-454D-ACD2-AFD4AE73F0A5}">
      <dsp:nvSpPr>
        <dsp:cNvPr id="0" name=""/>
        <dsp:cNvSpPr/>
      </dsp:nvSpPr>
      <dsp:spPr>
        <a:xfrm>
          <a:off x="1041534" y="1279563"/>
          <a:ext cx="2559776" cy="448057"/>
        </a:xfrm>
        <a:custGeom>
          <a:avLst/>
          <a:gdLst/>
          <a:ahLst/>
          <a:cxnLst/>
          <a:rect l="0" t="0" r="0" b="0"/>
          <a:pathLst>
            <a:path>
              <a:moveTo>
                <a:pt x="2559776" y="0"/>
              </a:moveTo>
              <a:lnTo>
                <a:pt x="2559776" y="241128"/>
              </a:lnTo>
              <a:lnTo>
                <a:pt x="0" y="241128"/>
              </a:lnTo>
              <a:lnTo>
                <a:pt x="0" y="448057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56318" y="1501198"/>
        <a:ext cx="130207" cy="4786"/>
      </dsp:txXfrm>
    </dsp:sp>
    <dsp:sp modelId="{928109CE-3FB0-45D3-B448-7EE5996BA625}">
      <dsp:nvSpPr>
        <dsp:cNvPr id="0" name=""/>
        <dsp:cNvSpPr/>
      </dsp:nvSpPr>
      <dsp:spPr>
        <a:xfrm>
          <a:off x="2560751" y="32692"/>
          <a:ext cx="2081118" cy="12486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977" tIns="107042" rIns="101977" bIns="1070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Đăng</a:t>
          </a:r>
          <a:r>
            <a:rPr lang="en-US" sz="1700" kern="1200" dirty="0"/>
            <a:t> </a:t>
          </a:r>
          <a:r>
            <a:rPr lang="en-US" sz="1700" kern="1200" dirty="0" err="1"/>
            <a:t>nhập</a:t>
          </a:r>
          <a:endParaRPr lang="en-US" sz="1700" kern="1200" dirty="0"/>
        </a:p>
      </dsp:txBody>
      <dsp:txXfrm>
        <a:off x="2560751" y="32692"/>
        <a:ext cx="2081118" cy="1248671"/>
      </dsp:txXfrm>
    </dsp:sp>
    <dsp:sp modelId="{A058B3C7-2D63-42DC-B06B-4BACBDEB1E1F}">
      <dsp:nvSpPr>
        <dsp:cNvPr id="0" name=""/>
        <dsp:cNvSpPr/>
      </dsp:nvSpPr>
      <dsp:spPr>
        <a:xfrm>
          <a:off x="2080293" y="2338636"/>
          <a:ext cx="4480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8057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2356" y="2381963"/>
        <a:ext cx="23932" cy="4786"/>
      </dsp:txXfrm>
    </dsp:sp>
    <dsp:sp modelId="{EB3E071C-109C-4FF1-A8BA-66E3FE3C2E11}">
      <dsp:nvSpPr>
        <dsp:cNvPr id="0" name=""/>
        <dsp:cNvSpPr/>
      </dsp:nvSpPr>
      <dsp:spPr>
        <a:xfrm>
          <a:off x="974" y="1760020"/>
          <a:ext cx="2081118" cy="12486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977" tIns="107042" rIns="101977" bIns="1070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Tìm</a:t>
          </a:r>
          <a:r>
            <a:rPr lang="en-US" sz="1700" kern="1200" dirty="0"/>
            <a:t> </a:t>
          </a:r>
          <a:r>
            <a:rPr lang="en-US" sz="1700" kern="1200" dirty="0" err="1"/>
            <a:t>kiếm</a:t>
          </a:r>
          <a:r>
            <a:rPr lang="en-US" sz="1700" kern="1200" dirty="0"/>
            <a:t> </a:t>
          </a:r>
          <a:r>
            <a:rPr lang="en-US" sz="1700" kern="1200" dirty="0" err="1"/>
            <a:t>tuyến</a:t>
          </a:r>
          <a:r>
            <a:rPr lang="en-US" sz="1700" kern="1200" dirty="0"/>
            <a:t> </a:t>
          </a:r>
          <a:r>
            <a:rPr lang="en-US" sz="1700" kern="1200" dirty="0" err="1"/>
            <a:t>xe</a:t>
          </a:r>
          <a:endParaRPr lang="en-US" sz="1700" kern="1200" dirty="0"/>
        </a:p>
      </dsp:txBody>
      <dsp:txXfrm>
        <a:off x="974" y="1760020"/>
        <a:ext cx="2081118" cy="1248671"/>
      </dsp:txXfrm>
    </dsp:sp>
    <dsp:sp modelId="{F3CCCF74-79DB-486B-A477-FB61AD984EBC}">
      <dsp:nvSpPr>
        <dsp:cNvPr id="0" name=""/>
        <dsp:cNvSpPr/>
      </dsp:nvSpPr>
      <dsp:spPr>
        <a:xfrm>
          <a:off x="1041534" y="3006892"/>
          <a:ext cx="2559776" cy="448057"/>
        </a:xfrm>
        <a:custGeom>
          <a:avLst/>
          <a:gdLst/>
          <a:ahLst/>
          <a:cxnLst/>
          <a:rect l="0" t="0" r="0" b="0"/>
          <a:pathLst>
            <a:path>
              <a:moveTo>
                <a:pt x="2559776" y="0"/>
              </a:moveTo>
              <a:lnTo>
                <a:pt x="2559776" y="241128"/>
              </a:lnTo>
              <a:lnTo>
                <a:pt x="0" y="241128"/>
              </a:lnTo>
              <a:lnTo>
                <a:pt x="0" y="448057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56318" y="3228527"/>
        <a:ext cx="130207" cy="4786"/>
      </dsp:txXfrm>
    </dsp:sp>
    <dsp:sp modelId="{C5553929-E39E-440D-AEC6-E9FD274B233B}">
      <dsp:nvSpPr>
        <dsp:cNvPr id="0" name=""/>
        <dsp:cNvSpPr/>
      </dsp:nvSpPr>
      <dsp:spPr>
        <a:xfrm>
          <a:off x="2560751" y="1760020"/>
          <a:ext cx="2081118" cy="12486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977" tIns="107042" rIns="101977" bIns="1070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Xem chi </a:t>
          </a:r>
          <a:r>
            <a:rPr lang="en-US" sz="1700" kern="1200" dirty="0" err="1"/>
            <a:t>tiết</a:t>
          </a:r>
          <a:r>
            <a:rPr lang="en-US" sz="1700" kern="1200" dirty="0"/>
            <a:t> </a:t>
          </a:r>
          <a:r>
            <a:rPr lang="en-US" sz="1700" kern="1200" dirty="0" err="1"/>
            <a:t>chuyến</a:t>
          </a:r>
          <a:r>
            <a:rPr lang="en-US" sz="1700" kern="1200" dirty="0"/>
            <a:t> </a:t>
          </a:r>
          <a:r>
            <a:rPr lang="en-US" sz="1700" kern="1200" dirty="0" err="1"/>
            <a:t>đi</a:t>
          </a:r>
          <a:endParaRPr lang="en-US" sz="1700" kern="1200" dirty="0"/>
        </a:p>
      </dsp:txBody>
      <dsp:txXfrm>
        <a:off x="2560751" y="1760020"/>
        <a:ext cx="2081118" cy="1248671"/>
      </dsp:txXfrm>
    </dsp:sp>
    <dsp:sp modelId="{34893904-137F-485B-BFA0-D8A8A87AF382}">
      <dsp:nvSpPr>
        <dsp:cNvPr id="0" name=""/>
        <dsp:cNvSpPr/>
      </dsp:nvSpPr>
      <dsp:spPr>
        <a:xfrm>
          <a:off x="2080293" y="4065965"/>
          <a:ext cx="4480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8057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2356" y="4109291"/>
        <a:ext cx="23932" cy="4786"/>
      </dsp:txXfrm>
    </dsp:sp>
    <dsp:sp modelId="{E72C5CDE-A924-47FF-B6CA-09393DAD6A0C}">
      <dsp:nvSpPr>
        <dsp:cNvPr id="0" name=""/>
        <dsp:cNvSpPr/>
      </dsp:nvSpPr>
      <dsp:spPr>
        <a:xfrm>
          <a:off x="974" y="3487349"/>
          <a:ext cx="2081118" cy="12486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977" tIns="107042" rIns="101977" bIns="1070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Đặt</a:t>
          </a:r>
          <a:r>
            <a:rPr lang="en-US" sz="1700" kern="1200" dirty="0"/>
            <a:t> </a:t>
          </a:r>
          <a:r>
            <a:rPr lang="en-US" sz="1700" kern="1200" dirty="0" err="1"/>
            <a:t>vé</a:t>
          </a:r>
          <a:r>
            <a:rPr lang="en-US" sz="1700" kern="1200" dirty="0"/>
            <a:t>, </a:t>
          </a:r>
          <a:r>
            <a:rPr lang="en-US" sz="1700" kern="1200" dirty="0" err="1"/>
            <a:t>huỷ</a:t>
          </a:r>
          <a:r>
            <a:rPr lang="en-US" sz="1700" kern="1200" dirty="0"/>
            <a:t> </a:t>
          </a:r>
          <a:r>
            <a:rPr lang="en-US" sz="1700" kern="1200" dirty="0" err="1"/>
            <a:t>vé</a:t>
          </a:r>
          <a:endParaRPr lang="en-US" sz="1700" kern="1200" dirty="0"/>
        </a:p>
      </dsp:txBody>
      <dsp:txXfrm>
        <a:off x="974" y="3487349"/>
        <a:ext cx="2081118" cy="1248671"/>
      </dsp:txXfrm>
    </dsp:sp>
    <dsp:sp modelId="{E81E678C-3C96-4291-8198-361C0FD690DE}">
      <dsp:nvSpPr>
        <dsp:cNvPr id="0" name=""/>
        <dsp:cNvSpPr/>
      </dsp:nvSpPr>
      <dsp:spPr>
        <a:xfrm>
          <a:off x="2560751" y="3487349"/>
          <a:ext cx="2081118" cy="12486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977" tIns="107042" rIns="101977" bIns="1070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Lịch</a:t>
          </a:r>
          <a:r>
            <a:rPr lang="en-US" sz="1700" kern="1200" dirty="0"/>
            <a:t> </a:t>
          </a:r>
          <a:r>
            <a:rPr lang="en-US" sz="1700" kern="1200" dirty="0" err="1"/>
            <a:t>sử</a:t>
          </a:r>
          <a:r>
            <a:rPr lang="en-US" sz="1700" kern="1200" dirty="0"/>
            <a:t>, </a:t>
          </a:r>
          <a:r>
            <a:rPr lang="en-US" sz="1700" kern="1200" dirty="0" err="1"/>
            <a:t>thanh</a:t>
          </a:r>
          <a:r>
            <a:rPr lang="en-US" sz="1700" kern="1200" dirty="0"/>
            <a:t> </a:t>
          </a:r>
          <a:r>
            <a:rPr lang="en-US" sz="1700" kern="1200" dirty="0" err="1"/>
            <a:t>toán</a:t>
          </a:r>
          <a:endParaRPr lang="en-US" sz="1700" kern="1200" dirty="0"/>
        </a:p>
      </dsp:txBody>
      <dsp:txXfrm>
        <a:off x="2560751" y="3487349"/>
        <a:ext cx="2081118" cy="12486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B7511-46B0-430F-A9C6-ED093BEB987A}">
      <dsp:nvSpPr>
        <dsp:cNvPr id="0" name=""/>
        <dsp:cNvSpPr/>
      </dsp:nvSpPr>
      <dsp:spPr>
        <a:xfrm>
          <a:off x="0" y="826096"/>
          <a:ext cx="4642845" cy="2831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Mô tả: Đăng nhập</a:t>
          </a:r>
        </a:p>
      </dsp:txBody>
      <dsp:txXfrm>
        <a:off x="13822" y="839918"/>
        <a:ext cx="4615201" cy="255496"/>
      </dsp:txXfrm>
    </dsp:sp>
    <dsp:sp modelId="{88A45EDA-A268-4189-A625-1C22E0E965A1}">
      <dsp:nvSpPr>
        <dsp:cNvPr id="0" name=""/>
        <dsp:cNvSpPr/>
      </dsp:nvSpPr>
      <dsp:spPr>
        <a:xfrm>
          <a:off x="0" y="1140916"/>
          <a:ext cx="4642845" cy="283140"/>
        </a:xfrm>
        <a:prstGeom prst="roundRect">
          <a:avLst/>
        </a:prstGeom>
        <a:solidFill>
          <a:schemeClr val="accent2">
            <a:hueOff val="-972715"/>
            <a:satOff val="-878"/>
            <a:lumOff val="-196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👨‍💻 Người kiểm thử: Hoàng Nghĩa Minh Bảo + Nguyễn Minh Long</a:t>
          </a:r>
        </a:p>
      </dsp:txBody>
      <dsp:txXfrm>
        <a:off x="13822" y="1154738"/>
        <a:ext cx="4615201" cy="255496"/>
      </dsp:txXfrm>
    </dsp:sp>
    <dsp:sp modelId="{0FEFCE0C-D26B-4222-AC7C-9C37AD1DE2DF}">
      <dsp:nvSpPr>
        <dsp:cNvPr id="0" name=""/>
        <dsp:cNvSpPr/>
      </dsp:nvSpPr>
      <dsp:spPr>
        <a:xfrm>
          <a:off x="0" y="1455736"/>
          <a:ext cx="4642845" cy="283140"/>
        </a:xfrm>
        <a:prstGeom prst="roundRect">
          <a:avLst/>
        </a:prstGeom>
        <a:solidFill>
          <a:schemeClr val="accent2">
            <a:hueOff val="-1945429"/>
            <a:satOff val="-1756"/>
            <a:lumOff val="-392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📅 Ngày kiểm thử: 29/03/2023</a:t>
          </a:r>
        </a:p>
      </dsp:txBody>
      <dsp:txXfrm>
        <a:off x="13822" y="1469558"/>
        <a:ext cx="4615201" cy="255496"/>
      </dsp:txXfrm>
    </dsp:sp>
    <dsp:sp modelId="{F3BA705B-774C-4C52-BB7D-6E8E094812D6}">
      <dsp:nvSpPr>
        <dsp:cNvPr id="0" name=""/>
        <dsp:cNvSpPr/>
      </dsp:nvSpPr>
      <dsp:spPr>
        <a:xfrm>
          <a:off x="0" y="1770556"/>
          <a:ext cx="4642845" cy="283140"/>
        </a:xfrm>
        <a:prstGeom prst="roundRect">
          <a:avLst/>
        </a:prstGeom>
        <a:solidFill>
          <a:schemeClr val="accent2">
            <a:hueOff val="-2918144"/>
            <a:satOff val="-2633"/>
            <a:lumOff val="-587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🔍 Dữ liệu kiểm thử: Email: user@gmail.com, Password: 123456</a:t>
          </a:r>
        </a:p>
      </dsp:txBody>
      <dsp:txXfrm>
        <a:off x="13822" y="1784378"/>
        <a:ext cx="4615201" cy="255496"/>
      </dsp:txXfrm>
    </dsp:sp>
    <dsp:sp modelId="{AC867A65-C880-4FEF-94CF-D1A103B5B106}">
      <dsp:nvSpPr>
        <dsp:cNvPr id="0" name=""/>
        <dsp:cNvSpPr/>
      </dsp:nvSpPr>
      <dsp:spPr>
        <a:xfrm>
          <a:off x="0" y="2085376"/>
          <a:ext cx="4642845" cy="283140"/>
        </a:xfrm>
        <a:prstGeom prst="roundRect">
          <a:avLst/>
        </a:prstGeom>
        <a:solidFill>
          <a:schemeClr val="accent2">
            <a:hueOff val="-3890858"/>
            <a:satOff val="-3511"/>
            <a:lumOff val="-783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📋 Các bước thực hiện:</a:t>
          </a:r>
        </a:p>
      </dsp:txBody>
      <dsp:txXfrm>
        <a:off x="13822" y="2099198"/>
        <a:ext cx="4615201" cy="255496"/>
      </dsp:txXfrm>
    </dsp:sp>
    <dsp:sp modelId="{55F0FBAC-2994-4B5C-94A0-024EF7E45688}">
      <dsp:nvSpPr>
        <dsp:cNvPr id="0" name=""/>
        <dsp:cNvSpPr/>
      </dsp:nvSpPr>
      <dsp:spPr>
        <a:xfrm>
          <a:off x="0" y="2400196"/>
          <a:ext cx="4642845" cy="283140"/>
        </a:xfrm>
        <a:prstGeom prst="roundRect">
          <a:avLst/>
        </a:prstGeom>
        <a:solidFill>
          <a:schemeClr val="accent2">
            <a:hueOff val="-4863573"/>
            <a:satOff val="-4389"/>
            <a:lumOff val="-979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Truy cập trang đăng nhập</a:t>
          </a:r>
        </a:p>
      </dsp:txBody>
      <dsp:txXfrm>
        <a:off x="13822" y="2414018"/>
        <a:ext cx="4615201" cy="255496"/>
      </dsp:txXfrm>
    </dsp:sp>
    <dsp:sp modelId="{4AA2F2C4-CAEE-46BB-B253-8F649A8A23AF}">
      <dsp:nvSpPr>
        <dsp:cNvPr id="0" name=""/>
        <dsp:cNvSpPr/>
      </dsp:nvSpPr>
      <dsp:spPr>
        <a:xfrm>
          <a:off x="0" y="2715016"/>
          <a:ext cx="4642845" cy="283140"/>
        </a:xfrm>
        <a:prstGeom prst="roundRect">
          <a:avLst/>
        </a:prstGeom>
        <a:solidFill>
          <a:schemeClr val="accent2">
            <a:hueOff val="-5836287"/>
            <a:satOff val="-5267"/>
            <a:lumOff val="-1175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Nhập email + mật khẩu hợp lệ</a:t>
          </a:r>
        </a:p>
      </dsp:txBody>
      <dsp:txXfrm>
        <a:off x="13822" y="2728838"/>
        <a:ext cx="4615201" cy="255496"/>
      </dsp:txXfrm>
    </dsp:sp>
    <dsp:sp modelId="{C361A15B-375B-4414-8E99-5F52F0A230D7}">
      <dsp:nvSpPr>
        <dsp:cNvPr id="0" name=""/>
        <dsp:cNvSpPr/>
      </dsp:nvSpPr>
      <dsp:spPr>
        <a:xfrm>
          <a:off x="0" y="3029836"/>
          <a:ext cx="4642845" cy="283140"/>
        </a:xfrm>
        <a:prstGeom prst="roundRect">
          <a:avLst/>
        </a:prstGeom>
        <a:solidFill>
          <a:schemeClr val="accent2">
            <a:hueOff val="-6809002"/>
            <a:satOff val="-6144"/>
            <a:lumOff val="-137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Nhấn “Đăng nhập”</a:t>
          </a:r>
        </a:p>
      </dsp:txBody>
      <dsp:txXfrm>
        <a:off x="13822" y="3043658"/>
        <a:ext cx="4615201" cy="255496"/>
      </dsp:txXfrm>
    </dsp:sp>
    <dsp:sp modelId="{E557AA6A-C320-4B20-95D6-90DFB0A94170}">
      <dsp:nvSpPr>
        <dsp:cNvPr id="0" name=""/>
        <dsp:cNvSpPr/>
      </dsp:nvSpPr>
      <dsp:spPr>
        <a:xfrm>
          <a:off x="0" y="3344656"/>
          <a:ext cx="4642845" cy="283140"/>
        </a:xfrm>
        <a:prstGeom prst="roundRect">
          <a:avLst/>
        </a:prstGeom>
        <a:solidFill>
          <a:schemeClr val="accent2">
            <a:hueOff val="-7781716"/>
            <a:satOff val="-7022"/>
            <a:lumOff val="-1566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Kết quả mong đợi: Các bước thực hiện thành công</a:t>
          </a:r>
        </a:p>
      </dsp:txBody>
      <dsp:txXfrm>
        <a:off x="13822" y="3358478"/>
        <a:ext cx="4615201" cy="255496"/>
      </dsp:txXfrm>
    </dsp:sp>
    <dsp:sp modelId="{FDCA4EE4-9DE1-4D3B-952F-3EF800AAF798}">
      <dsp:nvSpPr>
        <dsp:cNvPr id="0" name=""/>
        <dsp:cNvSpPr/>
      </dsp:nvSpPr>
      <dsp:spPr>
        <a:xfrm>
          <a:off x="0" y="3659476"/>
          <a:ext cx="4642845" cy="283140"/>
        </a:xfrm>
        <a:prstGeom prst="roundRect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🟢 Kết quả thực tế: Pass</a:t>
          </a:r>
        </a:p>
      </dsp:txBody>
      <dsp:txXfrm>
        <a:off x="13822" y="3673298"/>
        <a:ext cx="4615201" cy="255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20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79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5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59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7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7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4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4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6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58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5135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42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7475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9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78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7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470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134C76-7FB4-4BB7-9322-DD8A4B179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Snip Single Corner Rectangle 17">
            <a:extLst>
              <a:ext uri="{FF2B5EF4-FFF2-40B4-BE49-F238E27FC236}">
                <a16:creationId xmlns:a16="http://schemas.microsoft.com/office/drawing/2014/main" id="{C0C57804-4F33-4D85-AA3E-DA0F214BB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9141618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685799"/>
            <a:ext cx="7259241" cy="36734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200">
                <a:solidFill>
                  <a:schemeClr val="tx2"/>
                </a:solidFill>
              </a:rPr>
              <a:t>BÁO CÁO “KIỂM THỬ PHẦN MỀM”</a:t>
            </a:r>
            <a:br>
              <a:rPr lang="en-US" sz="5200">
                <a:solidFill>
                  <a:schemeClr val="tx2"/>
                </a:solidFill>
              </a:rPr>
            </a:br>
            <a:r>
              <a:rPr lang="en-US" sz="5200">
                <a:solidFill>
                  <a:schemeClr val="tx2"/>
                </a:solidFill>
              </a:rPr>
              <a:t>KIỂM THỬ PHẦN MỀM VỀ WEBSITE QUẢN LÝ ĐẶT VÉ XE BUS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4648198"/>
            <a:ext cx="5254306" cy="11430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>
                    <a:alpha val="80000"/>
                  </a:schemeClr>
                </a:solidFill>
              </a:rPr>
              <a:t>Nhóm: Hoàng Nghĩa Minh Bảo, Nguyễn Minh Long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>
                    <a:alpha val="80000"/>
                  </a:schemeClr>
                </a:solidFill>
              </a:rPr>
              <a:t>Giáo viên hướng dẫn: TS. Võ Phương Bình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>
                    <a:alpha val="80000"/>
                  </a:schemeClr>
                </a:solidFill>
              </a:rPr>
              <a:t>Ngày: 29/03/2023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97404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1495" y="941424"/>
            <a:ext cx="2282922" cy="324861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Mục tiêu kiểm thử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CECE41-A5A9-A552-CDF1-7F5B7F418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61543"/>
              </p:ext>
            </p:extLst>
          </p:nvPr>
        </p:nvGraphicFramePr>
        <p:xfrm>
          <a:off x="705483" y="941424"/>
          <a:ext cx="4642845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Danh sách Test Scenario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t>Test Case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Chức năng kiểm thử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BUS_TC_001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Đăng nhập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BUS_TC_002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Tìm kiếm tuyến 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BUS_TC_003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Xem chi tiết chuyến đi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BUS_TC_004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Đặt vé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BUS_TC_005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Xem lịch sử đặt vé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BUS_TC_006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Huỷ vé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BUS_TC_007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Thanh toán vé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97404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1495" y="941424"/>
            <a:ext cx="2282922" cy="3248611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FFFFF"/>
                </a:solidFill>
              </a:rPr>
              <a:t>BUS_TC_001 – Đăng nhập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65EEFC-5D80-9052-2265-61F2AC084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054256"/>
              </p:ext>
            </p:extLst>
          </p:nvPr>
        </p:nvGraphicFramePr>
        <p:xfrm>
          <a:off x="705483" y="941424"/>
          <a:ext cx="4642845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4892040"/>
          </a:xfrm>
        </p:spPr>
        <p:txBody>
          <a:bodyPr>
            <a:normAutofit/>
          </a:bodyPr>
          <a:lstStyle/>
          <a:p>
            <a:pPr algn="r"/>
            <a:r>
              <a:t>BUS_TC_002 – Tìm kiếm tuyến xe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971" y="685799"/>
            <a:ext cx="4716195" cy="4892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✅ </a:t>
            </a:r>
            <a:r>
              <a:rPr lang="vi-VN" sz="1900">
                <a:solidFill>
                  <a:schemeClr val="tx1"/>
                </a:solidFill>
              </a:rPr>
              <a:t>Mô tả: Tìm kiếm tuyến xe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👨‍💻 </a:t>
            </a:r>
            <a:r>
              <a:rPr lang="vi-VN" sz="1900">
                <a:solidFill>
                  <a:schemeClr val="tx1"/>
                </a:solidFill>
              </a:rPr>
              <a:t>Người kiểm thử: Hoàng Nghĩa Minh Bảo + Nguyễn Minh Long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📅 </a:t>
            </a:r>
            <a:r>
              <a:rPr lang="vi-VN" sz="1900">
                <a:solidFill>
                  <a:schemeClr val="tx1"/>
                </a:solidFill>
              </a:rPr>
              <a:t>Ngày kiểm thử: 29/03/2023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🔍 </a:t>
            </a:r>
            <a:r>
              <a:rPr lang="vi-VN" sz="1900">
                <a:solidFill>
                  <a:schemeClr val="tx1"/>
                </a:solidFill>
              </a:rPr>
              <a:t>Dữ liệu kiểm thử: Nơi đi: Hà Nội, Nơi đến: Đà Nẵng, Ngày: 03/04/2023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📋 </a:t>
            </a:r>
            <a:r>
              <a:rPr lang="vi-VN" sz="1900">
                <a:solidFill>
                  <a:schemeClr val="tx1"/>
                </a:solidFill>
              </a:rPr>
              <a:t>Các bước thực hiện:</a:t>
            </a:r>
          </a:p>
          <a:p>
            <a:pPr>
              <a:lnSpc>
                <a:spcPct val="90000"/>
              </a:lnSpc>
            </a:pPr>
            <a:r>
              <a:rPr lang="vi-VN" sz="1900">
                <a:solidFill>
                  <a:schemeClr val="tx1"/>
                </a:solidFill>
              </a:rPr>
              <a:t>  1. Truy cập trang tìm kiếm</a:t>
            </a:r>
          </a:p>
          <a:p>
            <a:pPr>
              <a:lnSpc>
                <a:spcPct val="90000"/>
              </a:lnSpc>
            </a:pPr>
            <a:r>
              <a:rPr lang="vi-VN" sz="1900">
                <a:solidFill>
                  <a:schemeClr val="tx1"/>
                </a:solidFill>
              </a:rPr>
              <a:t>  2. Nhập nơi đi, nơi đến, ngày đi</a:t>
            </a:r>
          </a:p>
          <a:p>
            <a:pPr>
              <a:lnSpc>
                <a:spcPct val="90000"/>
              </a:lnSpc>
            </a:pPr>
            <a:r>
              <a:rPr lang="vi-VN" sz="1900">
                <a:solidFill>
                  <a:schemeClr val="tx1"/>
                </a:solidFill>
              </a:rPr>
              <a:t>  3. Nhấn “Tìm kiếm”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✅ </a:t>
            </a:r>
            <a:r>
              <a:rPr lang="vi-VN" sz="1900">
                <a:solidFill>
                  <a:schemeClr val="tx1"/>
                </a:solidFill>
              </a:rPr>
              <a:t>Kết quả mong đợi: Các bước thực hiện thành công</a:t>
            </a:r>
          </a:p>
          <a:p>
            <a:pPr>
              <a:lnSpc>
                <a:spcPct val="90000"/>
              </a:lnSpc>
            </a:pPr>
            <a:r>
              <a:rPr lang="en-US" sz="1900">
                <a:solidFill>
                  <a:schemeClr val="tx1"/>
                </a:solidFill>
              </a:rPr>
              <a:t>🟢 </a:t>
            </a:r>
            <a:r>
              <a:rPr lang="vi-VN" sz="1900">
                <a:solidFill>
                  <a:schemeClr val="tx1"/>
                </a:solidFill>
              </a:rPr>
              <a:t>Kết quả thực tế: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217" y="685800"/>
            <a:ext cx="3613992" cy="4603749"/>
          </a:xfrm>
        </p:spPr>
        <p:txBody>
          <a:bodyPr>
            <a:normAutofit/>
          </a:bodyPr>
          <a:lstStyle/>
          <a:p>
            <a:pPr algn="r"/>
            <a:r>
              <a:rPr lang="en-US" sz="4500"/>
              <a:t>BUS_TC_003 – Xem chi tiết chuyến đi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1999" y="0"/>
            <a:ext cx="4572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9238" y="685800"/>
            <a:ext cx="3659219" cy="46037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✅ </a:t>
            </a:r>
            <a:r>
              <a:rPr lang="vi-VN" sz="1600">
                <a:solidFill>
                  <a:schemeClr val="tx1"/>
                </a:solidFill>
              </a:rPr>
              <a:t>Mô tả: Xem chi tiết chuyến đi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👨‍💻 </a:t>
            </a:r>
            <a:r>
              <a:rPr lang="vi-VN" sz="1600">
                <a:solidFill>
                  <a:schemeClr val="tx1"/>
                </a:solidFill>
              </a:rPr>
              <a:t>Người kiểm thử: Hoàng Nghĩa Minh Bảo + Nguyễn Minh Long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📅 </a:t>
            </a:r>
            <a:r>
              <a:rPr lang="vi-VN" sz="1600">
                <a:solidFill>
                  <a:schemeClr val="tx1"/>
                </a:solidFill>
              </a:rPr>
              <a:t>Ngày kiểm thử: 29/03/2023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🔍 </a:t>
            </a:r>
            <a:r>
              <a:rPr lang="vi-VN" sz="1600">
                <a:solidFill>
                  <a:schemeClr val="tx1"/>
                </a:solidFill>
              </a:rPr>
              <a:t>Dữ liệu kiểm thử: Tuyến: Hà Nội - Đà Nẵng, Ngày: 03/04/2023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📋 </a:t>
            </a:r>
            <a:r>
              <a:rPr lang="vi-VN" sz="1600">
                <a:solidFill>
                  <a:schemeClr val="tx1"/>
                </a:solidFill>
              </a:rPr>
              <a:t>Các bước thực hiện: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/>
                </a:solidFill>
              </a:rPr>
              <a:t>  1. Tìm kiếm tuyến xe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/>
                </a:solidFill>
              </a:rPr>
              <a:t>  2. Chọn chuyến cụ thể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/>
                </a:solidFill>
              </a:rPr>
              <a:t>  3. Kiểm tra thông tin chi tiết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✅ </a:t>
            </a:r>
            <a:r>
              <a:rPr lang="vi-VN" sz="1600">
                <a:solidFill>
                  <a:schemeClr val="tx1"/>
                </a:solidFill>
              </a:rPr>
              <a:t>Kết quả mong đợi: Các bước thực hiện thành công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🟢 </a:t>
            </a:r>
            <a:r>
              <a:rPr lang="vi-VN" sz="1600">
                <a:solidFill>
                  <a:schemeClr val="tx1"/>
                </a:solidFill>
              </a:rPr>
              <a:t>Kết quả thực tế: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BUS_TC_004 – Đặt vé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r>
              <a:rPr lang="en-US" sz="1500">
                <a:solidFill>
                  <a:srgbClr val="FFFFFF"/>
                </a:solidFill>
              </a:rPr>
              <a:t>✅ </a:t>
            </a:r>
            <a:r>
              <a:rPr lang="vi-VN" sz="1500">
                <a:solidFill>
                  <a:srgbClr val="FFFFFF"/>
                </a:solidFill>
              </a:rPr>
              <a:t>Mô tả: Đặt vé</a:t>
            </a:r>
          </a:p>
          <a:p>
            <a:r>
              <a:rPr lang="en-US" sz="1500">
                <a:solidFill>
                  <a:srgbClr val="FFFFFF"/>
                </a:solidFill>
              </a:rPr>
              <a:t>👨‍💻 </a:t>
            </a:r>
            <a:r>
              <a:rPr lang="vi-VN" sz="1500">
                <a:solidFill>
                  <a:srgbClr val="FFFFFF"/>
                </a:solidFill>
              </a:rPr>
              <a:t>Người kiểm thử: Hoàng Nghĩa Minh Bảo + Nguyễn Minh Long</a:t>
            </a:r>
          </a:p>
          <a:p>
            <a:r>
              <a:rPr lang="en-US" sz="1500">
                <a:solidFill>
                  <a:srgbClr val="FFFFFF"/>
                </a:solidFill>
              </a:rPr>
              <a:t>📅 </a:t>
            </a:r>
            <a:r>
              <a:rPr lang="vi-VN" sz="1500">
                <a:solidFill>
                  <a:srgbClr val="FFFFFF"/>
                </a:solidFill>
              </a:rPr>
              <a:t>Ngày kiểm thử: 29/03/2023</a:t>
            </a:r>
          </a:p>
          <a:p>
            <a:r>
              <a:rPr lang="en-US" sz="1500">
                <a:solidFill>
                  <a:srgbClr val="FFFFFF"/>
                </a:solidFill>
              </a:rPr>
              <a:t>🔍 </a:t>
            </a:r>
            <a:r>
              <a:rPr lang="vi-VN" sz="1500">
                <a:solidFill>
                  <a:srgbClr val="FFFFFF"/>
                </a:solidFill>
              </a:rPr>
              <a:t>Dữ liệu kiểm thử: Email: user@gmail.com, Password: 123456, Tuyến: Hà Nội - Đà Nẵng, Ngày: 03/04/2023</a:t>
            </a:r>
          </a:p>
          <a:p>
            <a:r>
              <a:rPr lang="en-US" sz="1500">
                <a:solidFill>
                  <a:srgbClr val="FFFFFF"/>
                </a:solidFill>
              </a:rPr>
              <a:t>📋 </a:t>
            </a:r>
            <a:r>
              <a:rPr lang="vi-VN" sz="1500">
                <a:solidFill>
                  <a:srgbClr val="FFFFFF"/>
                </a:solidFill>
              </a:rPr>
              <a:t>Các bước thực hiện:</a:t>
            </a:r>
          </a:p>
          <a:p>
            <a:r>
              <a:rPr lang="vi-VN" sz="1500">
                <a:solidFill>
                  <a:srgbClr val="FFFFFF"/>
                </a:solidFill>
              </a:rPr>
              <a:t>  1. Đăng nhập</a:t>
            </a:r>
          </a:p>
          <a:p>
            <a:r>
              <a:rPr lang="vi-VN" sz="1500">
                <a:solidFill>
                  <a:srgbClr val="FFFFFF"/>
                </a:solidFill>
              </a:rPr>
              <a:t>  2. Tìm tuyến xe</a:t>
            </a:r>
          </a:p>
          <a:p>
            <a:r>
              <a:rPr lang="vi-VN" sz="1500">
                <a:solidFill>
                  <a:srgbClr val="FFFFFF"/>
                </a:solidFill>
              </a:rPr>
              <a:t>  3. Chọn ngày &amp; chuyến</a:t>
            </a:r>
          </a:p>
          <a:p>
            <a:r>
              <a:rPr lang="vi-VN" sz="1500">
                <a:solidFill>
                  <a:srgbClr val="FFFFFF"/>
                </a:solidFill>
              </a:rPr>
              <a:t>  4. Nhấn đặt vé</a:t>
            </a:r>
          </a:p>
          <a:p>
            <a:r>
              <a:rPr lang="vi-VN" sz="1500">
                <a:solidFill>
                  <a:srgbClr val="FFFFFF"/>
                </a:solidFill>
              </a:rPr>
              <a:t>  5. Nhập thông tin và xác nhận</a:t>
            </a:r>
          </a:p>
          <a:p>
            <a:r>
              <a:rPr lang="en-US" sz="1500">
                <a:solidFill>
                  <a:srgbClr val="FFFFFF"/>
                </a:solidFill>
              </a:rPr>
              <a:t>✅ </a:t>
            </a:r>
            <a:r>
              <a:rPr lang="vi-VN" sz="1500">
                <a:solidFill>
                  <a:srgbClr val="FFFFFF"/>
                </a:solidFill>
              </a:rPr>
              <a:t>Kết quả mong đợi: Các bước thực hiện thành công</a:t>
            </a:r>
          </a:p>
          <a:p>
            <a:r>
              <a:rPr lang="en-US" sz="1500">
                <a:solidFill>
                  <a:srgbClr val="FFFFFF"/>
                </a:solidFill>
              </a:rPr>
              <a:t>🟢 </a:t>
            </a:r>
            <a:r>
              <a:rPr lang="vi-VN" sz="1500">
                <a:solidFill>
                  <a:srgbClr val="FFFFFF"/>
                </a:solidFill>
              </a:rPr>
              <a:t>Kết quả thực tế: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t>BUS_TC_005 – Xem lịch sử đặt vé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chemeClr val="tx1"/>
                </a:solidFill>
              </a:rPr>
              <a:t>✅ </a:t>
            </a:r>
            <a:r>
              <a:rPr lang="vi-VN" sz="1700">
                <a:solidFill>
                  <a:schemeClr val="tx1"/>
                </a:solidFill>
              </a:rPr>
              <a:t>Mô tả: Xem lịch sử đặt vé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1"/>
                </a:solidFill>
              </a:rPr>
              <a:t>👨‍💻 </a:t>
            </a:r>
            <a:r>
              <a:rPr lang="vi-VN" sz="1700">
                <a:solidFill>
                  <a:schemeClr val="tx1"/>
                </a:solidFill>
              </a:rPr>
              <a:t>Người kiểm thử: Hoàng Nghĩa Minh Bảo + Nguyễn Minh Long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1"/>
                </a:solidFill>
              </a:rPr>
              <a:t>📅 </a:t>
            </a:r>
            <a:r>
              <a:rPr lang="vi-VN" sz="1700">
                <a:solidFill>
                  <a:schemeClr val="tx1"/>
                </a:solidFill>
              </a:rPr>
              <a:t>Ngày kiểm thử: 29/03/2023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1"/>
                </a:solidFill>
              </a:rPr>
              <a:t>🔍 </a:t>
            </a:r>
            <a:r>
              <a:rPr lang="vi-VN" sz="1700">
                <a:solidFill>
                  <a:schemeClr val="tx1"/>
                </a:solidFill>
              </a:rPr>
              <a:t>Dữ liệu kiểm thử: Email: user@gmail.com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1"/>
                </a:solidFill>
              </a:rPr>
              <a:t>📋 </a:t>
            </a:r>
            <a:r>
              <a:rPr lang="vi-VN" sz="1700">
                <a:solidFill>
                  <a:schemeClr val="tx1"/>
                </a:solidFill>
              </a:rPr>
              <a:t>Các bước thực hiện:</a:t>
            </a:r>
          </a:p>
          <a:p>
            <a:pPr>
              <a:lnSpc>
                <a:spcPct val="90000"/>
              </a:lnSpc>
            </a:pPr>
            <a:r>
              <a:rPr lang="vi-VN" sz="1700">
                <a:solidFill>
                  <a:schemeClr val="tx1"/>
                </a:solidFill>
              </a:rPr>
              <a:t>  1. Đăng nhập</a:t>
            </a:r>
          </a:p>
          <a:p>
            <a:pPr>
              <a:lnSpc>
                <a:spcPct val="90000"/>
              </a:lnSpc>
            </a:pPr>
            <a:r>
              <a:rPr lang="vi-VN" sz="1700">
                <a:solidFill>
                  <a:schemeClr val="tx1"/>
                </a:solidFill>
              </a:rPr>
              <a:t>  2. Vào trang lịch sử đặt vé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1"/>
                </a:solidFill>
              </a:rPr>
              <a:t>✅ </a:t>
            </a:r>
            <a:r>
              <a:rPr lang="vi-VN" sz="1700">
                <a:solidFill>
                  <a:schemeClr val="tx1"/>
                </a:solidFill>
              </a:rPr>
              <a:t>Kết quả mong đợi: Các bước thực hiện thành công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1"/>
                </a:solidFill>
              </a:rPr>
              <a:t>🟢 </a:t>
            </a:r>
            <a:r>
              <a:rPr lang="vi-VN" sz="1700">
                <a:solidFill>
                  <a:schemeClr val="tx1"/>
                </a:solidFill>
              </a:rPr>
              <a:t>Kết quả thực tế: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BUS_TC_006 – Huỷ vé đã đặt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✅ </a:t>
            </a:r>
            <a:r>
              <a:rPr lang="vi-VN" sz="1600">
                <a:solidFill>
                  <a:srgbClr val="FFFFFF"/>
                </a:solidFill>
              </a:rPr>
              <a:t>Mô tả: Huỷ vé đã đặt</a:t>
            </a:r>
          </a:p>
          <a:p>
            <a:r>
              <a:rPr lang="en-US" sz="1600">
                <a:solidFill>
                  <a:srgbClr val="FFFFFF"/>
                </a:solidFill>
              </a:rPr>
              <a:t>👨‍💻 </a:t>
            </a:r>
            <a:r>
              <a:rPr lang="vi-VN" sz="1600">
                <a:solidFill>
                  <a:srgbClr val="FFFFFF"/>
                </a:solidFill>
              </a:rPr>
              <a:t>Người kiểm thử: Hoàng Nghĩa Minh Bảo + Nguyễn Minh Long</a:t>
            </a:r>
          </a:p>
          <a:p>
            <a:r>
              <a:rPr lang="en-US" sz="1600">
                <a:solidFill>
                  <a:srgbClr val="FFFFFF"/>
                </a:solidFill>
              </a:rPr>
              <a:t>📅 </a:t>
            </a:r>
            <a:r>
              <a:rPr lang="vi-VN" sz="1600">
                <a:solidFill>
                  <a:srgbClr val="FFFFFF"/>
                </a:solidFill>
              </a:rPr>
              <a:t>Ngày kiểm thử: 29/03/2023</a:t>
            </a:r>
          </a:p>
          <a:p>
            <a:r>
              <a:rPr lang="en-US" sz="1600">
                <a:solidFill>
                  <a:srgbClr val="FFFFFF"/>
                </a:solidFill>
              </a:rPr>
              <a:t>🔍 </a:t>
            </a:r>
            <a:r>
              <a:rPr lang="vi-VN" sz="1600">
                <a:solidFill>
                  <a:srgbClr val="FFFFFF"/>
                </a:solidFill>
              </a:rPr>
              <a:t>Dữ liệu kiểm thử: Email: user@gmail.com, Vé ID: VE12345</a:t>
            </a:r>
          </a:p>
          <a:p>
            <a:r>
              <a:rPr lang="en-US" sz="1600">
                <a:solidFill>
                  <a:srgbClr val="FFFFFF"/>
                </a:solidFill>
              </a:rPr>
              <a:t>📋 </a:t>
            </a:r>
            <a:r>
              <a:rPr lang="vi-VN" sz="1600">
                <a:solidFill>
                  <a:srgbClr val="FFFFFF"/>
                </a:solidFill>
              </a:rPr>
              <a:t>Các bước thực hiện:</a:t>
            </a:r>
          </a:p>
          <a:p>
            <a:r>
              <a:rPr lang="vi-VN" sz="1600">
                <a:solidFill>
                  <a:srgbClr val="FFFFFF"/>
                </a:solidFill>
              </a:rPr>
              <a:t>  1. Đăng nhập</a:t>
            </a:r>
          </a:p>
          <a:p>
            <a:r>
              <a:rPr lang="vi-VN" sz="1600">
                <a:solidFill>
                  <a:srgbClr val="FFFFFF"/>
                </a:solidFill>
              </a:rPr>
              <a:t>  2. Vào trang lịch sử đặt vé</a:t>
            </a:r>
          </a:p>
          <a:p>
            <a:r>
              <a:rPr lang="vi-VN" sz="1600">
                <a:solidFill>
                  <a:srgbClr val="FFFFFF"/>
                </a:solidFill>
              </a:rPr>
              <a:t>  3. Nhấn Huỷ</a:t>
            </a:r>
          </a:p>
          <a:p>
            <a:r>
              <a:rPr lang="vi-VN" sz="1600">
                <a:solidFill>
                  <a:srgbClr val="FFFFFF"/>
                </a:solidFill>
              </a:rPr>
              <a:t>  4. Xác nhận</a:t>
            </a:r>
          </a:p>
          <a:p>
            <a:r>
              <a:rPr lang="en-US" sz="1600">
                <a:solidFill>
                  <a:srgbClr val="FFFFFF"/>
                </a:solidFill>
              </a:rPr>
              <a:t>✅ </a:t>
            </a:r>
            <a:r>
              <a:rPr lang="vi-VN" sz="1600">
                <a:solidFill>
                  <a:srgbClr val="FFFFFF"/>
                </a:solidFill>
              </a:rPr>
              <a:t>Kết quả mong đợi: Các bước thực hiện thành công</a:t>
            </a:r>
          </a:p>
          <a:p>
            <a:r>
              <a:rPr lang="en-US" sz="1600">
                <a:solidFill>
                  <a:srgbClr val="FFFFFF"/>
                </a:solidFill>
              </a:rPr>
              <a:t>🟢 </a:t>
            </a:r>
            <a:r>
              <a:rPr lang="vi-VN" sz="1600">
                <a:solidFill>
                  <a:srgbClr val="FFFFFF"/>
                </a:solidFill>
              </a:rPr>
              <a:t>Kết quả thực tế: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685799"/>
            <a:ext cx="2810333" cy="4892040"/>
          </a:xfrm>
        </p:spPr>
        <p:txBody>
          <a:bodyPr>
            <a:normAutofit/>
          </a:bodyPr>
          <a:lstStyle/>
          <a:p>
            <a:pPr algn="r"/>
            <a:r>
              <a:t>BUS_TC_007 – Thanh toán vé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971" y="685799"/>
            <a:ext cx="4716195" cy="4892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✅ </a:t>
            </a:r>
            <a:r>
              <a:rPr lang="vi-VN" sz="1600">
                <a:solidFill>
                  <a:schemeClr val="tx1"/>
                </a:solidFill>
              </a:rPr>
              <a:t>Mô tả: Thanh toán vé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👨‍💻 </a:t>
            </a:r>
            <a:r>
              <a:rPr lang="vi-VN" sz="1600">
                <a:solidFill>
                  <a:schemeClr val="tx1"/>
                </a:solidFill>
              </a:rPr>
              <a:t>Người kiểm thử: Hoàng Nghĩa Minh Bảo + Nguyễn Minh Long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📅 </a:t>
            </a:r>
            <a:r>
              <a:rPr lang="vi-VN" sz="1600">
                <a:solidFill>
                  <a:schemeClr val="tx1"/>
                </a:solidFill>
              </a:rPr>
              <a:t>Ngày kiểm thử: 29/03/2023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🔍 </a:t>
            </a:r>
            <a:r>
              <a:rPr lang="vi-VN" sz="1600">
                <a:solidFill>
                  <a:schemeClr val="tx1"/>
                </a:solidFill>
              </a:rPr>
              <a:t>Dữ liệu kiểm thử: Vé ID: VE12346, Phương thức: Thẻ ATM nội địa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📋 </a:t>
            </a:r>
            <a:r>
              <a:rPr lang="vi-VN" sz="1600">
                <a:solidFill>
                  <a:schemeClr val="tx1"/>
                </a:solidFill>
              </a:rPr>
              <a:t>Các bước thực hiện: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/>
                </a:solidFill>
              </a:rPr>
              <a:t>  1. Đăng nhập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/>
                </a:solidFill>
              </a:rPr>
              <a:t>  2. Vào lịch sử đặt vé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/>
                </a:solidFill>
              </a:rPr>
              <a:t>  3. Chọn vé và nhấn Thanh toán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/>
                </a:solidFill>
              </a:rPr>
              <a:t>  4. Chọn phương thức và nhập thông tin</a:t>
            </a:r>
          </a:p>
          <a:p>
            <a:pPr>
              <a:lnSpc>
                <a:spcPct val="90000"/>
              </a:lnSpc>
            </a:pPr>
            <a:r>
              <a:rPr lang="vi-VN" sz="1600">
                <a:solidFill>
                  <a:schemeClr val="tx1"/>
                </a:solidFill>
              </a:rPr>
              <a:t>  5. Xác nhận thanh toán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✅ </a:t>
            </a:r>
            <a:r>
              <a:rPr lang="vi-VN" sz="1600">
                <a:solidFill>
                  <a:schemeClr val="tx1"/>
                </a:solidFill>
              </a:rPr>
              <a:t>Kết quả mong đợi: Các bước thực hiện thành công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🟢 </a:t>
            </a:r>
            <a:r>
              <a:rPr lang="vi-VN" sz="1600">
                <a:solidFill>
                  <a:schemeClr val="tx1"/>
                </a:solidFill>
              </a:rPr>
              <a:t>Kết quả thực tế: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217" y="685800"/>
            <a:ext cx="3613992" cy="4603749"/>
          </a:xfrm>
        </p:spPr>
        <p:txBody>
          <a:bodyPr>
            <a:normAutofit/>
          </a:bodyPr>
          <a:lstStyle/>
          <a:p>
            <a:pPr algn="r"/>
            <a:r>
              <a:rPr lang="en-US" sz="4500"/>
              <a:t>Tổng kết kiểm thử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1999" y="0"/>
            <a:ext cx="4572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9238" y="685800"/>
            <a:ext cx="3659219" cy="460375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- ✅ 100% Test Case Pass</a:t>
            </a:r>
          </a:p>
          <a:p>
            <a:r>
              <a:rPr lang="en-US">
                <a:solidFill>
                  <a:schemeClr val="tx1"/>
                </a:solidFill>
              </a:rPr>
              <a:t>- 🔒 Hệ thống hoạt động ổn định</a:t>
            </a:r>
          </a:p>
          <a:p>
            <a:r>
              <a:rPr lang="en-US">
                <a:solidFill>
                  <a:schemeClr val="tx1"/>
                </a:solidFill>
              </a:rPr>
              <a:t>- 📌 Đề xuất:</a:t>
            </a:r>
          </a:p>
          <a:p>
            <a:r>
              <a:rPr lang="en-US">
                <a:solidFill>
                  <a:schemeClr val="tx1"/>
                </a:solidFill>
              </a:rPr>
              <a:t>  • Kiểm thử thêm với dữ liệu sai</a:t>
            </a:r>
          </a:p>
          <a:p>
            <a:r>
              <a:rPr lang="en-US">
                <a:solidFill>
                  <a:schemeClr val="tx1"/>
                </a:solidFill>
              </a:rPr>
              <a:t>  • Kiểm thử hiệu năng khi tải cao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" y="2"/>
            <a:ext cx="9144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3" y="2"/>
            <a:ext cx="9143307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16035-D394-E041-F983-F25F2D778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733" y="685799"/>
            <a:ext cx="6000750" cy="2971801"/>
          </a:xfrm>
        </p:spPr>
        <p:txBody>
          <a:bodyPr>
            <a:normAutofit/>
          </a:bodyPr>
          <a:lstStyle/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99ED1-E04A-CE43-97D4-8187BA074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733" y="3843867"/>
            <a:ext cx="4800600" cy="1947333"/>
          </a:xfrm>
        </p:spPr>
        <p:txBody>
          <a:bodyPr>
            <a:normAutofit/>
          </a:bodyPr>
          <a:lstStyle/>
          <a:p>
            <a:r>
              <a:rPr lang="en-US" dirty="0"/>
              <a:t>KIỂM THỬ PHẦN MỀM – CTK44PM</a:t>
            </a:r>
          </a:p>
        </p:txBody>
      </p:sp>
    </p:spTree>
    <p:extLst>
      <p:ext uri="{BB962C8B-B14F-4D97-AF65-F5344CB8AC3E}">
        <p14:creationId xmlns:p14="http://schemas.microsoft.com/office/powerpoint/2010/main" val="61252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</TotalTime>
  <Words>950</Words>
  <Application>Microsoft Office PowerPoint</Application>
  <PresentationFormat>On-screen Show (4:3)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Slice</vt:lpstr>
      <vt:lpstr>BÁO CÁO “KIỂM THỬ PHẦN MỀM” KIỂM THỬ PHẦN MỀM VỀ WEBSITE QUẢN LÝ ĐẶT VÉ XE BUS</vt:lpstr>
      <vt:lpstr>Mục tiêu kiểm thử</vt:lpstr>
      <vt:lpstr>Danh sách Test Scenario</vt:lpstr>
      <vt:lpstr>BUS_TC_001 – Đăng nhập</vt:lpstr>
      <vt:lpstr>BUS_TC_002 – Tìm kiếm tuyến xe</vt:lpstr>
      <vt:lpstr>BUS_TC_003 – Xem chi tiết chuyến đi</vt:lpstr>
      <vt:lpstr>BUS_TC_004 – Đặt vé</vt:lpstr>
      <vt:lpstr>BUS_TC_005 – Xem lịch sử đặt vé</vt:lpstr>
      <vt:lpstr>BUS_TC_006 – Huỷ vé đã đặt</vt:lpstr>
      <vt:lpstr>BUS_TC_007 – Thanh toán vé</vt:lpstr>
      <vt:lpstr>Tổng kết kiểm thử</vt:lpstr>
      <vt:lpstr>Cảm ơn thầy các bạn đã lắng nghe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Hoang Bao</dc:creator>
  <cp:keywords/>
  <dc:description>generated using python-pptx</dc:description>
  <cp:lastModifiedBy>Hoang Bao</cp:lastModifiedBy>
  <cp:revision>2</cp:revision>
  <dcterms:created xsi:type="dcterms:W3CDTF">2013-01-27T09:14:16Z</dcterms:created>
  <dcterms:modified xsi:type="dcterms:W3CDTF">2025-07-08T02:33:46Z</dcterms:modified>
  <cp:category/>
</cp:coreProperties>
</file>